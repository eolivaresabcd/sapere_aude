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7475200" cy="97536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310760" y="3023640"/>
            <a:ext cx="14853600" cy="92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lang="es-ES" sz="6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s-ES" sz="60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5941440" y="9070920"/>
            <a:ext cx="559188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87372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1258200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7DB60F3-3B30-4C82-ADE7-612EA55E7A98}" type="slidenum">
              <a: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687040" y="671760"/>
            <a:ext cx="11019600" cy="163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ES" sz="6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s-ES" sz="60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73720" y="2243160"/>
            <a:ext cx="15727320" cy="643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4"/>
          </p:nvPr>
        </p:nvSpPr>
        <p:spPr>
          <a:xfrm>
            <a:off x="5941440" y="9070920"/>
            <a:ext cx="559188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5"/>
          </p:nvPr>
        </p:nvSpPr>
        <p:spPr>
          <a:xfrm>
            <a:off x="87372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1258200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7F3218-839F-48E7-8C71-DD1F5D06A080}" type="slidenum">
              <a: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687040" y="671760"/>
            <a:ext cx="11019600" cy="163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ES" sz="6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s-ES" sz="60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73720" y="2243160"/>
            <a:ext cx="760140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999640" y="2243160"/>
            <a:ext cx="760140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7"/>
          </p:nvPr>
        </p:nvSpPr>
        <p:spPr>
          <a:xfrm>
            <a:off x="5941440" y="9070920"/>
            <a:ext cx="559188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8"/>
          </p:nvPr>
        </p:nvSpPr>
        <p:spPr>
          <a:xfrm>
            <a:off x="87372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1258200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9F140F-4A3C-482E-A5E8-BBE7C43EEAFB}" type="slidenum">
              <a: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687040" y="671760"/>
            <a:ext cx="11019600" cy="163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ES" sz="6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s-ES" sz="60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ftr" idx="10"/>
          </p:nvPr>
        </p:nvSpPr>
        <p:spPr>
          <a:xfrm>
            <a:off x="5941440" y="9070920"/>
            <a:ext cx="559188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1"/>
          </p:nvPr>
        </p:nvSpPr>
        <p:spPr>
          <a:xfrm>
            <a:off x="87372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1258200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5ACF21-33F8-4517-976D-3B05F6595995}" type="slidenum">
              <a: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873720" y="2282040"/>
            <a:ext cx="1572696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ftr" idx="13"/>
          </p:nvPr>
        </p:nvSpPr>
        <p:spPr>
          <a:xfrm>
            <a:off x="5941440" y="9070920"/>
            <a:ext cx="559188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4"/>
          </p:nvPr>
        </p:nvSpPr>
        <p:spPr>
          <a:xfrm>
            <a:off x="87372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15"/>
          </p:nvPr>
        </p:nvSpPr>
        <p:spPr>
          <a:xfrm>
            <a:off x="1258200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1412F67-718A-49BF-BE3D-FD7EFCC2E18D}" type="slidenum">
              <a: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title"/>
          </p:nvPr>
        </p:nvSpPr>
        <p:spPr>
          <a:xfrm>
            <a:off x="873720" y="389160"/>
            <a:ext cx="1572696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873720" y="2282040"/>
            <a:ext cx="1572696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jpeg"/><Relationship Id="rId3" Type="http://schemas.openxmlformats.org/officeDocument/2006/relationships/image" Target="../media/image21.jpe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jpeg"/><Relationship Id="rId7" Type="http://schemas.openxmlformats.org/officeDocument/2006/relationships/image" Target="../media/image25.jpeg"/><Relationship Id="rId8" Type="http://schemas.openxmlformats.org/officeDocument/2006/relationships/image" Target="../media/image26.jpeg"/><Relationship Id="rId9" Type="http://schemas.openxmlformats.org/officeDocument/2006/relationships/image" Target="../media/image27.jpe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Relationship Id="rId2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image" Target="../media/image42.jpeg"/><Relationship Id="rId3" Type="http://schemas.openxmlformats.org/officeDocument/2006/relationships/image" Target="../media/image43.png"/><Relationship Id="rId4" Type="http://schemas.openxmlformats.org/officeDocument/2006/relationships/image" Target="../media/image44.jpeg"/><Relationship Id="rId5" Type="http://schemas.openxmlformats.org/officeDocument/2006/relationships/image" Target="../media/image45.jpeg"/><Relationship Id="rId6" Type="http://schemas.openxmlformats.org/officeDocument/2006/relationships/image" Target="../media/image46.png"/><Relationship Id="rId7" Type="http://schemas.openxmlformats.org/officeDocument/2006/relationships/image" Target="../media/image47.jpeg"/><Relationship Id="rId8" Type="http://schemas.openxmlformats.org/officeDocument/2006/relationships/image" Target="../media/image48.png"/><Relationship Id="rId9" Type="http://schemas.openxmlformats.org/officeDocument/2006/relationships/image" Target="../media/image49.jpeg"/><Relationship Id="rId10" Type="http://schemas.openxmlformats.org/officeDocument/2006/relationships/image" Target="../media/image50.jpeg"/><Relationship Id="rId11" Type="http://schemas.openxmlformats.org/officeDocument/2006/relationships/image" Target="../media/image51.jpe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jpeg"/><Relationship Id="rId15" Type="http://schemas.openxmlformats.org/officeDocument/2006/relationships/image" Target="../media/image55.jpeg"/><Relationship Id="rId16" Type="http://schemas.openxmlformats.org/officeDocument/2006/relationships/image" Target="../media/image56.jpeg"/><Relationship Id="rId17" Type="http://schemas.openxmlformats.org/officeDocument/2006/relationships/image" Target="../media/image57.jpeg"/><Relationship Id="rId18" Type="http://schemas.openxmlformats.org/officeDocument/2006/relationships/image" Target="../media/image58.png"/><Relationship Id="rId19" Type="http://schemas.openxmlformats.org/officeDocument/2006/relationships/image" Target="../media/image59.png"/><Relationship Id="rId20" Type="http://schemas.openxmlformats.org/officeDocument/2006/relationships/image" Target="../media/image60.jpeg"/><Relationship Id="rId21" Type="http://schemas.openxmlformats.org/officeDocument/2006/relationships/image" Target="../media/image61.jpeg"/><Relationship Id="rId22" Type="http://schemas.openxmlformats.org/officeDocument/2006/relationships/image" Target="../media/image62.jpeg"/><Relationship Id="rId23" Type="http://schemas.openxmlformats.org/officeDocument/2006/relationships/image" Target="../media/image63.jpeg"/><Relationship Id="rId24" Type="http://schemas.openxmlformats.org/officeDocument/2006/relationships/image" Target="../media/image64.jpeg"/><Relationship Id="rId25" Type="http://schemas.openxmlformats.org/officeDocument/2006/relationships/image" Target="../media/image65.png"/><Relationship Id="rId26" Type="http://schemas.openxmlformats.org/officeDocument/2006/relationships/image" Target="../media/image66.png"/><Relationship Id="rId27" Type="http://schemas.openxmlformats.org/officeDocument/2006/relationships/image" Target="../media/image67.png"/><Relationship Id="rId28" Type="http://schemas.openxmlformats.org/officeDocument/2006/relationships/image" Target="../media/image68.jpeg"/><Relationship Id="rId29" Type="http://schemas.openxmlformats.org/officeDocument/2006/relationships/image" Target="../media/image69.jpeg"/><Relationship Id="rId30" Type="http://schemas.openxmlformats.org/officeDocument/2006/relationships/image" Target="../media/image70.jpeg"/><Relationship Id="rId31" Type="http://schemas.openxmlformats.org/officeDocument/2006/relationships/image" Target="../media/image71.png"/><Relationship Id="rId32" Type="http://schemas.openxmlformats.org/officeDocument/2006/relationships/image" Target="../media/image72.png"/><Relationship Id="rId33" Type="http://schemas.openxmlformats.org/officeDocument/2006/relationships/image" Target="../media/image73.jpeg"/><Relationship Id="rId34" Type="http://schemas.openxmlformats.org/officeDocument/2006/relationships/image" Target="../media/image74.jpeg"/><Relationship Id="rId35" Type="http://schemas.openxmlformats.org/officeDocument/2006/relationships/image" Target="../media/image75.jpeg"/><Relationship Id="rId36" Type="http://schemas.openxmlformats.org/officeDocument/2006/relationships/image" Target="../media/image76.jpeg"/><Relationship Id="rId37" Type="http://schemas.openxmlformats.org/officeDocument/2006/relationships/image" Target="../media/image77.png"/><Relationship Id="rId38" Type="http://schemas.openxmlformats.org/officeDocument/2006/relationships/image" Target="../media/image78.png"/><Relationship Id="rId39" Type="http://schemas.openxmlformats.org/officeDocument/2006/relationships/image" Target="../media/image79.jpeg"/><Relationship Id="rId40" Type="http://schemas.openxmlformats.org/officeDocument/2006/relationships/image" Target="../media/image80.jpeg"/><Relationship Id="rId41" Type="http://schemas.openxmlformats.org/officeDocument/2006/relationships/image" Target="../media/image81.jpeg"/><Relationship Id="rId42" Type="http://schemas.openxmlformats.org/officeDocument/2006/relationships/image" Target="../media/image82.jpeg"/><Relationship Id="rId43" Type="http://schemas.openxmlformats.org/officeDocument/2006/relationships/image" Target="../media/image83.png"/><Relationship Id="rId44" Type="http://schemas.openxmlformats.org/officeDocument/2006/relationships/image" Target="../media/image84.jpeg"/><Relationship Id="rId45" Type="http://schemas.openxmlformats.org/officeDocument/2006/relationships/image" Target="../media/image85.png"/><Relationship Id="rId46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6.jpe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7.jpe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8.jpe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9.jpeg"/><Relationship Id="rId2" Type="http://schemas.openxmlformats.org/officeDocument/2006/relationships/image" Target="../media/image90.jpeg"/><Relationship Id="rId3" Type="http://schemas.openxmlformats.org/officeDocument/2006/relationships/image" Target="../media/image91.jpeg"/><Relationship Id="rId4" Type="http://schemas.openxmlformats.org/officeDocument/2006/relationships/image" Target="../media/image92.jpeg"/><Relationship Id="rId5" Type="http://schemas.openxmlformats.org/officeDocument/2006/relationships/image" Target="../media/image93.jpeg"/><Relationship Id="rId6" Type="http://schemas.openxmlformats.org/officeDocument/2006/relationships/image" Target="../media/image94.png"/><Relationship Id="rId7" Type="http://schemas.openxmlformats.org/officeDocument/2006/relationships/image" Target="../media/image95.jpeg"/><Relationship Id="rId8" Type="http://schemas.openxmlformats.org/officeDocument/2006/relationships/image" Target="../media/image96.jpe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9.jpe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/>
          <p:cNvPicPr/>
          <p:nvPr/>
        </p:nvPicPr>
        <p:blipFill>
          <a:blip r:embed="rId1"/>
          <a:stretch/>
        </p:blipFill>
        <p:spPr>
          <a:xfrm>
            <a:off x="0" y="0"/>
            <a:ext cx="17474760" cy="975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object 2"/>
          <p:cNvPicPr/>
          <p:nvPr/>
        </p:nvPicPr>
        <p:blipFill>
          <a:blip r:embed="rId1"/>
          <a:stretch/>
        </p:blipFill>
        <p:spPr>
          <a:xfrm>
            <a:off x="12600" y="5931000"/>
            <a:ext cx="17462160" cy="132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object 3"/>
          <p:cNvPicPr/>
          <p:nvPr/>
        </p:nvPicPr>
        <p:blipFill>
          <a:blip r:embed="rId2"/>
          <a:stretch/>
        </p:blipFill>
        <p:spPr>
          <a:xfrm>
            <a:off x="12600" y="2197080"/>
            <a:ext cx="17462160" cy="180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object 4"/>
          <p:cNvPicPr/>
          <p:nvPr/>
        </p:nvPicPr>
        <p:blipFill>
          <a:blip r:embed="rId3"/>
          <a:stretch/>
        </p:blipFill>
        <p:spPr>
          <a:xfrm>
            <a:off x="11988720" y="1562040"/>
            <a:ext cx="3047760" cy="139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1" name="object 5"/>
          <p:cNvGrpSpPr/>
          <p:nvPr/>
        </p:nvGrpSpPr>
        <p:grpSpPr>
          <a:xfrm>
            <a:off x="12600" y="1498680"/>
            <a:ext cx="17462160" cy="215640"/>
            <a:chOff x="12600" y="1498680"/>
            <a:chExt cx="17462160" cy="215640"/>
          </a:xfrm>
        </p:grpSpPr>
        <p:pic>
          <p:nvPicPr>
            <p:cNvPr id="32" name="object 6"/>
            <p:cNvPicPr/>
            <p:nvPr/>
          </p:nvPicPr>
          <p:blipFill>
            <a:blip r:embed="rId4"/>
            <a:stretch/>
          </p:blipFill>
          <p:spPr>
            <a:xfrm>
              <a:off x="2641680" y="1498680"/>
              <a:ext cx="698040" cy="177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" name="object 7"/>
            <p:cNvPicPr/>
            <p:nvPr/>
          </p:nvPicPr>
          <p:blipFill>
            <a:blip r:embed="rId5"/>
            <a:stretch/>
          </p:blipFill>
          <p:spPr>
            <a:xfrm>
              <a:off x="12600" y="1498680"/>
              <a:ext cx="17462160" cy="2156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34" name="object 8"/>
          <p:cNvPicPr/>
          <p:nvPr/>
        </p:nvPicPr>
        <p:blipFill>
          <a:blip r:embed="rId6"/>
          <a:stretch/>
        </p:blipFill>
        <p:spPr>
          <a:xfrm>
            <a:off x="4356000" y="4927680"/>
            <a:ext cx="71100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object 9"/>
          <p:cNvPicPr/>
          <p:nvPr/>
        </p:nvPicPr>
        <p:blipFill>
          <a:blip r:embed="rId7"/>
          <a:stretch/>
        </p:blipFill>
        <p:spPr>
          <a:xfrm>
            <a:off x="1371600" y="5460840"/>
            <a:ext cx="533160" cy="355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6" name="object 10"/>
          <p:cNvGrpSpPr/>
          <p:nvPr/>
        </p:nvGrpSpPr>
        <p:grpSpPr>
          <a:xfrm>
            <a:off x="1968480" y="4343400"/>
            <a:ext cx="9943920" cy="1523880"/>
            <a:chOff x="1968480" y="4343400"/>
            <a:chExt cx="9943920" cy="1523880"/>
          </a:xfrm>
        </p:grpSpPr>
        <p:pic>
          <p:nvPicPr>
            <p:cNvPr id="37" name="object 11"/>
            <p:cNvPicPr/>
            <p:nvPr/>
          </p:nvPicPr>
          <p:blipFill>
            <a:blip r:embed="rId8"/>
            <a:stretch/>
          </p:blipFill>
          <p:spPr>
            <a:xfrm>
              <a:off x="1968480" y="4343400"/>
              <a:ext cx="3911400" cy="1041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8" name="object 12"/>
            <p:cNvPicPr/>
            <p:nvPr/>
          </p:nvPicPr>
          <p:blipFill>
            <a:blip r:embed="rId9"/>
            <a:stretch/>
          </p:blipFill>
          <p:spPr>
            <a:xfrm>
              <a:off x="5880240" y="5194440"/>
              <a:ext cx="6032160" cy="672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9" name="object 13"/>
          <p:cNvGrpSpPr/>
          <p:nvPr/>
        </p:nvGrpSpPr>
        <p:grpSpPr>
          <a:xfrm>
            <a:off x="12600" y="4165560"/>
            <a:ext cx="17449560" cy="1726920"/>
            <a:chOff x="12600" y="4165560"/>
            <a:chExt cx="17449560" cy="1726920"/>
          </a:xfrm>
        </p:grpSpPr>
        <p:pic>
          <p:nvPicPr>
            <p:cNvPr id="40" name="object 14"/>
            <p:cNvPicPr/>
            <p:nvPr/>
          </p:nvPicPr>
          <p:blipFill>
            <a:blip r:embed="rId10"/>
            <a:stretch/>
          </p:blipFill>
          <p:spPr>
            <a:xfrm>
              <a:off x="14478120" y="5600880"/>
              <a:ext cx="622080" cy="291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1" name="object 15"/>
            <p:cNvSpPr/>
            <p:nvPr/>
          </p:nvSpPr>
          <p:spPr>
            <a:xfrm>
              <a:off x="12600" y="4165560"/>
              <a:ext cx="17449560" cy="1714320"/>
            </a:xfrm>
            <a:custGeom>
              <a:avLst/>
              <a:gdLst>
                <a:gd name="textAreaLeft" fmla="*/ 0 w 17449560"/>
                <a:gd name="textAreaRight" fmla="*/ 17449920 w 1744956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17449800" h="1714500">
                  <a:moveTo>
                    <a:pt x="17449800" y="1714500"/>
                  </a:moveTo>
                  <a:lnTo>
                    <a:pt x="0" y="1714500"/>
                  </a:lnTo>
                  <a:lnTo>
                    <a:pt x="0" y="0"/>
                  </a:lnTo>
                  <a:lnTo>
                    <a:pt x="17449800" y="0"/>
                  </a:lnTo>
                  <a:lnTo>
                    <a:pt x="17449800" y="1714500"/>
                  </a:lnTo>
                  <a:close/>
                </a:path>
              </a:pathLst>
            </a:custGeom>
            <a:solidFill>
              <a:srgbClr val="1518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object 16"/>
          <p:cNvSpPr/>
          <p:nvPr/>
        </p:nvSpPr>
        <p:spPr>
          <a:xfrm>
            <a:off x="14461560" y="5200560"/>
            <a:ext cx="117684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250" b="0" u="none" spc="-11" strike="noStrike">
                <a:solidFill>
                  <a:srgbClr val="ebffff"/>
                </a:solidFill>
                <a:effectLst/>
                <a:uFillTx/>
                <a:latin typeface="Arial MT"/>
              </a:rPr>
              <a:t>TI</a:t>
            </a:r>
            <a:r>
              <a:rPr lang="es-ES" sz="1250" b="0" u="none" spc="-105" strike="noStrike">
                <a:solidFill>
                  <a:srgbClr val="ebffff"/>
                </a:solidFill>
                <a:effectLst/>
                <a:uFillTx/>
                <a:latin typeface="Arial MT"/>
              </a:rPr>
              <a:t> </a:t>
            </a:r>
            <a:r>
              <a:rPr lang="es-ES" sz="1250" b="0" u="none" strike="noStrike">
                <a:solidFill>
                  <a:srgbClr val="234d54"/>
                </a:solidFill>
                <a:effectLst/>
                <a:uFillTx/>
                <a:latin typeface="Arial MT"/>
              </a:rPr>
              <a:t>M</a:t>
            </a:r>
            <a:r>
              <a:rPr lang="es-ES" sz="1250" b="0" u="none" spc="-65" strike="noStrike">
                <a:solidFill>
                  <a:srgbClr val="234d54"/>
                </a:solidFill>
                <a:effectLst/>
                <a:uFillTx/>
                <a:latin typeface="Arial MT"/>
              </a:rPr>
              <a:t> </a:t>
            </a:r>
            <a:r>
              <a:rPr lang="es-ES" sz="1250" b="0" u="none" strike="noStrike">
                <a:solidFill>
                  <a:srgbClr val="e9fdff"/>
                </a:solidFill>
                <a:effectLst/>
                <a:uFillTx/>
                <a:latin typeface="Arial MT"/>
              </a:rPr>
              <a:t>E</a:t>
            </a:r>
            <a:r>
              <a:rPr lang="es-ES" sz="1250" b="0" u="none" spc="79" strike="noStrike">
                <a:solidFill>
                  <a:srgbClr val="e9fdff"/>
                </a:solidFill>
                <a:effectLst/>
                <a:uFillTx/>
                <a:latin typeface="Arial MT"/>
              </a:rPr>
              <a:t> </a:t>
            </a:r>
            <a:r>
              <a:rPr lang="es-ES" sz="1250" b="0" u="none" strike="noStrike">
                <a:solidFill>
                  <a:srgbClr val="2a484d"/>
                </a:solidFill>
                <a:effectLst/>
                <a:uFillTx/>
                <a:latin typeface="Arial MT"/>
              </a:rPr>
              <a:t>5</a:t>
            </a:r>
            <a:r>
              <a:rPr lang="es-ES" sz="1250" b="0" u="none" spc="-85" strike="noStrike">
                <a:solidFill>
                  <a:srgbClr val="2a484d"/>
                </a:solidFill>
                <a:effectLst/>
                <a:uFillTx/>
                <a:latin typeface="Arial MT"/>
              </a:rPr>
              <a:t> </a:t>
            </a:r>
            <a:r>
              <a:rPr lang="es-ES" sz="125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AV</a:t>
            </a:r>
            <a:r>
              <a:rPr lang="es-ES" sz="1250" b="0" u="none" spc="-221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1250" b="0" u="none" spc="51" strike="noStrike">
                <a:solidFill>
                  <a:srgbClr val="ffffff"/>
                </a:solidFill>
                <a:effectLst/>
                <a:uFillTx/>
                <a:latin typeface="Arial MT"/>
              </a:rPr>
              <a:t>E</a:t>
            </a:r>
            <a:r>
              <a:rPr lang="es-ES" sz="1250" b="0" u="none" spc="51" strike="noStrike">
                <a:solidFill>
                  <a:srgbClr val="f9f9f9"/>
                </a:solidFill>
                <a:effectLst/>
                <a:uFillTx/>
                <a:latin typeface="Arial MT"/>
              </a:rPr>
              <a:t>D</a:t>
            </a:r>
            <a:r>
              <a:rPr lang="es-ES" sz="1250" b="0" u="none" spc="51" strike="noStrike">
                <a:solidFill>
                  <a:srgbClr val="112834"/>
                </a:solidFill>
                <a:effectLst/>
                <a:uFillTx/>
                <a:latin typeface="Arial MT"/>
              </a:rPr>
              <a:t>: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object 17"/>
          <p:cNvSpPr/>
          <p:nvPr/>
        </p:nvSpPr>
        <p:spPr>
          <a:xfrm>
            <a:off x="12600" y="8458200"/>
            <a:ext cx="17449560" cy="393480"/>
          </a:xfrm>
          <a:custGeom>
            <a:avLst/>
            <a:gdLst>
              <a:gd name="textAreaLeft" fmla="*/ 0 w 17449560"/>
              <a:gd name="textAreaRight" fmla="*/ 17449920 w 17449560"/>
              <a:gd name="textAreaTop" fmla="*/ 0 h 393480"/>
              <a:gd name="textAreaBottom" fmla="*/ 393840 h 393480"/>
            </a:gdLst>
            <a:ahLst/>
            <a:cxnLst/>
            <a:rect l="textAreaLeft" t="textAreaTop" r="textAreaRight" b="textAreaBottom"/>
            <a:pathLst>
              <a:path w="17449800" h="393700">
                <a:moveTo>
                  <a:pt x="17449800" y="393700"/>
                </a:moveTo>
                <a:lnTo>
                  <a:pt x="0" y="3937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393700"/>
                </a:lnTo>
                <a:close/>
              </a:path>
            </a:pathLst>
          </a:custGeom>
          <a:solidFill>
            <a:srgbClr val="15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object 18"/>
          <p:cNvSpPr/>
          <p:nvPr/>
        </p:nvSpPr>
        <p:spPr>
          <a:xfrm>
            <a:off x="12600" y="8940960"/>
            <a:ext cx="17449560" cy="406080"/>
          </a:xfrm>
          <a:custGeom>
            <a:avLst/>
            <a:gdLst>
              <a:gd name="textAreaLeft" fmla="*/ 0 w 17449560"/>
              <a:gd name="textAreaRight" fmla="*/ 17449920 w 1744956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17449800" h="406400">
                <a:moveTo>
                  <a:pt x="17449800" y="406400"/>
                </a:moveTo>
                <a:lnTo>
                  <a:pt x="0" y="4064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06400"/>
                </a:lnTo>
                <a:close/>
              </a:path>
            </a:pathLst>
          </a:custGeom>
          <a:solidFill>
            <a:srgbClr val="16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object 19"/>
          <p:cNvSpPr/>
          <p:nvPr/>
        </p:nvSpPr>
        <p:spPr>
          <a:xfrm>
            <a:off x="2634120" y="8309160"/>
            <a:ext cx="12183480" cy="10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6560" algn="ctr">
              <a:lnSpc>
                <a:spcPts val="4096"/>
              </a:lnSpc>
              <a:spcBef>
                <a:spcPts val="119"/>
              </a:spcBef>
              <a:tabLst>
                <a:tab algn="l" pos="1950120"/>
                <a:tab algn="l" pos="6585480"/>
              </a:tabLst>
            </a:pPr>
            <a:r>
              <a:rPr lang="es-ES" sz="3450" b="0" u="none" spc="-34" strike="noStrike">
                <a:solidFill>
                  <a:srgbClr val="95492f"/>
                </a:solidFill>
                <a:effectLst/>
                <a:uFillTx/>
                <a:latin typeface="Arial MT"/>
              </a:rPr>
              <a:t>Sin</a:t>
            </a:r>
            <a:r>
              <a:rPr lang="es-ES" sz="3450" b="0" u="none" spc="-196" strike="noStrike">
                <a:solidFill>
                  <a:srgbClr val="95492f"/>
                </a:solidFill>
                <a:effectLst/>
                <a:uFillTx/>
                <a:latin typeface="Arial MT"/>
              </a:rPr>
              <a:t> </a:t>
            </a:r>
            <a:r>
              <a:rPr lang="es-ES" sz="3450" b="0" u="none" spc="-11" strike="noStrike">
                <a:solidFill>
                  <a:srgbClr val="d88e72"/>
                </a:solidFill>
                <a:effectLst/>
                <a:uFillTx/>
                <a:latin typeface="Arial MT"/>
              </a:rPr>
              <a:t>Plan:</a:t>
            </a:r>
            <a:r>
              <a:rPr lang="es-ES" sz="3450" b="0" u="none" strike="noStrike">
                <a:solidFill>
                  <a:srgbClr val="d88e72"/>
                </a:solidFill>
                <a:effectLst/>
                <a:uFillTx/>
                <a:latin typeface="Arial MT"/>
              </a:rPr>
              <a:t>	</a:t>
            </a:r>
            <a:r>
              <a:rPr lang="es-ES" sz="345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mp</a:t>
            </a:r>
            <a:r>
              <a:rPr lang="es-ES" sz="3450" b="0" u="none" spc="30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3450" b="0" u="none" spc="-71" strike="noStrike">
                <a:solidFill>
                  <a:srgbClr val="ffffff"/>
                </a:solidFill>
                <a:effectLst/>
                <a:uFillTx/>
                <a:latin typeface="Arial MT"/>
              </a:rPr>
              <a:t>ovisas,</a:t>
            </a:r>
            <a:r>
              <a:rPr lang="es-ES" sz="3450" b="0" u="none" spc="-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345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te</a:t>
            </a:r>
            <a:r>
              <a:rPr lang="es-ES" sz="3450" b="0" u="none" spc="-34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345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agobias</a:t>
            </a:r>
            <a:r>
              <a:rPr lang="es-ES" sz="345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	</a:t>
            </a:r>
            <a:r>
              <a:rPr lang="es-ES" sz="345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pie</a:t>
            </a:r>
            <a:r>
              <a:rPr lang="es-ES" sz="3450" b="0" u="none" spc="201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3450" b="0" u="none" spc="-34" strike="noStrike">
                <a:solidFill>
                  <a:srgbClr val="ffffff"/>
                </a:solidFill>
                <a:effectLst/>
                <a:uFillTx/>
                <a:latin typeface="Arial MT"/>
              </a:rPr>
              <a:t>des</a:t>
            </a:r>
            <a:r>
              <a:rPr lang="es-ES" sz="3450" b="0" u="none" spc="-40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345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tiempo.</a:t>
            </a:r>
            <a:endParaRPr lang="es-E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40" algn="ctr">
              <a:lnSpc>
                <a:spcPts val="3915"/>
              </a:lnSpc>
              <a:tabLst>
                <a:tab algn="l" pos="873000"/>
                <a:tab algn="l" pos="8869680"/>
                <a:tab algn="l" pos="10630080"/>
              </a:tabLst>
            </a:pPr>
            <a:r>
              <a:rPr lang="es-ES" sz="3300" b="0" u="none" spc="-26" strike="noStrike">
                <a:solidFill>
                  <a:srgbClr val="26e6f0"/>
                </a:solidFill>
                <a:effectLst/>
                <a:uFillTx/>
                <a:latin typeface="Calibri"/>
              </a:rPr>
              <a:t>Con</a:t>
            </a:r>
            <a:r>
              <a:rPr lang="es-ES" sz="3300" b="0" u="none" strike="noStrike">
                <a:solidFill>
                  <a:srgbClr val="26e6f0"/>
                </a:solidFill>
                <a:effectLst/>
                <a:uFillTx/>
                <a:latin typeface="Calibri"/>
              </a:rPr>
              <a:t>	</a:t>
            </a:r>
            <a:r>
              <a:rPr lang="es-ES" sz="3300" b="0" u="none" spc="196" strike="noStrike">
                <a:solidFill>
                  <a:srgbClr val="6bdbef"/>
                </a:solidFill>
                <a:effectLst/>
                <a:uFillTx/>
                <a:latin typeface="Calibri"/>
              </a:rPr>
              <a:t>Plan:</a:t>
            </a:r>
            <a:r>
              <a:rPr lang="es-ES" sz="3300" b="0" u="none" spc="264" strike="noStrike">
                <a:solidFill>
                  <a:srgbClr val="6bdbef"/>
                </a:solidFill>
                <a:effectLst/>
                <a:uFillTx/>
                <a:latin typeface="Calibri"/>
              </a:rPr>
              <a:t> </a:t>
            </a:r>
            <a:r>
              <a:rPr lang="es-ES" sz="3300" b="0" u="none" spc="241" strike="noStrike">
                <a:solidFill>
                  <a:srgbClr val="ffffff"/>
                </a:solidFill>
                <a:effectLst/>
                <a:uFillTx/>
                <a:latin typeface="Calibri"/>
              </a:rPr>
              <a:t>Sabes</a:t>
            </a:r>
            <a:r>
              <a:rPr lang="es-ES" sz="3300" b="0" u="none" spc="20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s-ES" sz="3300" b="0" u="none" spc="181" strike="noStrike">
                <a:solidFill>
                  <a:srgbClr val="ffffff"/>
                </a:solidFill>
                <a:effectLst/>
                <a:uFillTx/>
                <a:latin typeface="Calibri"/>
              </a:rPr>
              <a:t>qué</a:t>
            </a:r>
            <a:r>
              <a:rPr lang="es-ES" sz="3300" b="0" u="none" spc="9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s-ES" sz="3300" b="0" u="none" spc="145" strike="noStrike">
                <a:solidFill>
                  <a:srgbClr val="ffffff"/>
                </a:solidFill>
                <a:effectLst/>
                <a:uFillTx/>
                <a:latin typeface="Calibri"/>
              </a:rPr>
              <a:t>hacer</a:t>
            </a:r>
            <a:r>
              <a:rPr lang="es-ES" sz="3300" b="0" u="none" spc="31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s-ES" sz="3300" b="0" u="none" spc="156" strike="noStrike">
                <a:solidFill>
                  <a:srgbClr val="ffffff"/>
                </a:solidFill>
                <a:effectLst/>
                <a:uFillTx/>
                <a:latin typeface="Calibri"/>
              </a:rPr>
              <a:t>antes</a:t>
            </a:r>
            <a:r>
              <a:rPr lang="es-ES" sz="3300" b="0" u="none" spc="28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s-ES" sz="3300" b="0" u="none" spc="181" strike="noStrike">
                <a:solidFill>
                  <a:srgbClr val="ffffff"/>
                </a:solidFill>
                <a:effectLst/>
                <a:uFillTx/>
                <a:latin typeface="Calibri"/>
              </a:rPr>
              <a:t>de</a:t>
            </a:r>
            <a:r>
              <a:rPr lang="es-ES" sz="3300" b="0" u="none" spc="119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s-ES" sz="3300" b="0" u="none" spc="150" strike="noStrike">
                <a:solidFill>
                  <a:srgbClr val="ffffff"/>
                </a:solidFill>
                <a:effectLst/>
                <a:uFillTx/>
                <a:latin typeface="Calibri"/>
              </a:rPr>
              <a:t>empezar</a:t>
            </a:r>
            <a:r>
              <a:rPr lang="es-ES" sz="3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	</a:t>
            </a:r>
            <a:r>
              <a:rPr lang="es-ES" sz="4950" b="0" u="none" spc="-14" strike="noStrike" baseline="-6000">
                <a:solidFill>
                  <a:srgbClr val="ffffff"/>
                </a:solidFill>
                <a:effectLst/>
                <a:uFillTx/>
                <a:latin typeface="Calibri"/>
              </a:rPr>
              <a:t>i</a:t>
            </a:r>
            <a:r>
              <a:rPr lang="es-ES" sz="4950" b="0" u="none" spc="-14" strike="noStrike" baseline="1000">
                <a:solidFill>
                  <a:srgbClr val="ffffff"/>
                </a:solidFill>
                <a:effectLst/>
                <a:uFillTx/>
                <a:latin typeface="Calibri"/>
              </a:rPr>
              <a:t>Ahorras</a:t>
            </a:r>
            <a:r>
              <a:rPr lang="es-ES" sz="4950" b="0" u="none" strike="noStrike" baseline="1000">
                <a:solidFill>
                  <a:srgbClr val="ffffff"/>
                </a:solidFill>
                <a:effectLst/>
                <a:uFillTx/>
                <a:latin typeface="Calibri"/>
              </a:rPr>
              <a:t>	</a:t>
            </a:r>
            <a:r>
              <a:rPr lang="es-ES" sz="3300" b="0" u="none" spc="91" strike="noStrike">
                <a:solidFill>
                  <a:srgbClr val="ffffff"/>
                </a:solidFill>
                <a:effectLst/>
                <a:uFillTx/>
                <a:latin typeface="Calibri"/>
              </a:rPr>
              <a:t>tiempo!</a:t>
            </a:r>
            <a:endParaRPr lang="es-E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6" name="object 20"/>
          <p:cNvGrpSpPr/>
          <p:nvPr/>
        </p:nvGrpSpPr>
        <p:grpSpPr>
          <a:xfrm>
            <a:off x="12600" y="9487080"/>
            <a:ext cx="17462160" cy="151920"/>
            <a:chOff x="12600" y="9487080"/>
            <a:chExt cx="17462160" cy="151920"/>
          </a:xfrm>
        </p:grpSpPr>
        <p:pic>
          <p:nvPicPr>
            <p:cNvPr id="47" name="object 21"/>
            <p:cNvPicPr/>
            <p:nvPr/>
          </p:nvPicPr>
          <p:blipFill>
            <a:blip r:embed="rId11"/>
            <a:stretch/>
          </p:blipFill>
          <p:spPr>
            <a:xfrm>
              <a:off x="12600" y="9487080"/>
              <a:ext cx="17462160" cy="1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8" name="object 22"/>
            <p:cNvPicPr/>
            <p:nvPr/>
          </p:nvPicPr>
          <p:blipFill>
            <a:blip r:embed="rId12"/>
            <a:stretch/>
          </p:blipFill>
          <p:spPr>
            <a:xfrm>
              <a:off x="12600" y="9487080"/>
              <a:ext cx="17462160" cy="15192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49" name=""/>
          <p:cNvPicPr/>
          <p:nvPr/>
        </p:nvPicPr>
        <p:blipFill>
          <a:blip r:embed="rId13"/>
          <a:stretch/>
        </p:blipFill>
        <p:spPr>
          <a:xfrm>
            <a:off x="-174240" y="-180000"/>
            <a:ext cx="17814240" cy="1004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object 2"/>
          <p:cNvGrpSpPr/>
          <p:nvPr/>
        </p:nvGrpSpPr>
        <p:grpSpPr>
          <a:xfrm>
            <a:off x="12600" y="419040"/>
            <a:ext cx="17462160" cy="8953200"/>
            <a:chOff x="12600" y="419040"/>
            <a:chExt cx="17462160" cy="8953200"/>
          </a:xfrm>
        </p:grpSpPr>
        <p:pic>
          <p:nvPicPr>
            <p:cNvPr id="51" name="object 3"/>
            <p:cNvPicPr/>
            <p:nvPr/>
          </p:nvPicPr>
          <p:blipFill>
            <a:blip r:embed="rId1"/>
            <a:stretch/>
          </p:blipFill>
          <p:spPr>
            <a:xfrm>
              <a:off x="12600" y="419040"/>
              <a:ext cx="17462160" cy="8953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2" name="object 4"/>
            <p:cNvSpPr/>
            <p:nvPr/>
          </p:nvSpPr>
          <p:spPr>
            <a:xfrm>
              <a:off x="4152960" y="939960"/>
              <a:ext cx="9194400" cy="748800"/>
            </a:xfrm>
            <a:custGeom>
              <a:avLst/>
              <a:gdLst>
                <a:gd name="textAreaLeft" fmla="*/ 0 w 9194400"/>
                <a:gd name="textAreaRight" fmla="*/ 9194760 w 9194400"/>
                <a:gd name="textAreaTop" fmla="*/ 0 h 748800"/>
                <a:gd name="textAreaBottom" fmla="*/ 749160 h 748800"/>
              </a:gdLst>
              <a:ahLst/>
              <a:cxnLst/>
              <a:rect l="textAreaLeft" t="textAreaTop" r="textAreaRight" b="textAreaBottom"/>
              <a:pathLst>
                <a:path w="9194800" h="749300">
                  <a:moveTo>
                    <a:pt x="9194800" y="749300"/>
                  </a:moveTo>
                  <a:lnTo>
                    <a:pt x="0" y="749300"/>
                  </a:lnTo>
                  <a:lnTo>
                    <a:pt x="0" y="0"/>
                  </a:lnTo>
                  <a:lnTo>
                    <a:pt x="9194800" y="0"/>
                  </a:lnTo>
                  <a:lnTo>
                    <a:pt x="9194800" y="749300"/>
                  </a:lnTo>
                  <a:close/>
                </a:path>
              </a:pathLst>
            </a:custGeom>
            <a:solidFill>
              <a:srgbClr val="1518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687040" y="671760"/>
            <a:ext cx="11019600" cy="1638000"/>
          </a:xfrm>
          <a:prstGeom prst="rect">
            <a:avLst/>
          </a:prstGeom>
          <a:noFill/>
          <a:ln w="0">
            <a:noFill/>
          </a:ln>
        </p:spPr>
        <p:txBody>
          <a:bodyPr lIns="0" rIns="0" tIns="108720" bIns="0" anchor="t">
            <a:spAutoFit/>
          </a:bodyPr>
          <a:p>
            <a:pPr marL="1383840" indent="0">
              <a:lnSpc>
                <a:spcPct val="100000"/>
              </a:lnSpc>
              <a:spcBef>
                <a:spcPts val="119"/>
              </a:spcBef>
              <a:buNone/>
            </a:pPr>
            <a:r>
              <a:rPr lang="es-ES" sz="5950" b="0" i="1" u="none" spc="-445" strike="noStrike">
                <a:solidFill>
                  <a:schemeClr val="lt1"/>
                </a:solidFill>
                <a:effectLst/>
                <a:uFillTx/>
                <a:latin typeface="Arial"/>
              </a:rPr>
              <a:t>TUS</a:t>
            </a:r>
            <a:r>
              <a:rPr lang="es-ES" sz="5950" b="0" i="1" u="none" spc="-99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s-ES" sz="5950" b="0" i="1" u="none" spc="-505" strike="noStrike">
                <a:solidFill>
                  <a:schemeClr val="lt1"/>
                </a:solidFill>
                <a:effectLst/>
                <a:uFillTx/>
                <a:latin typeface="Arial"/>
              </a:rPr>
              <a:t>R€COMR€NSAS</a:t>
            </a:r>
            <a:r>
              <a:rPr lang="es-ES" sz="5950" b="0" i="1" u="none" spc="58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s-ES" sz="5950" b="0" i="1" u="none" spc="-286" strike="noStrike">
                <a:solidFill>
                  <a:srgbClr val="fb7736"/>
                </a:solidFill>
                <a:effectLst/>
                <a:uFillTx/>
                <a:latin typeface="Arial"/>
              </a:rPr>
              <a:t>(LOOT)</a:t>
            </a:r>
            <a:endParaRPr lang="es-ES" sz="59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54" name="object 6"/>
          <p:cNvGrpSpPr/>
          <p:nvPr/>
        </p:nvGrpSpPr>
        <p:grpSpPr>
          <a:xfrm>
            <a:off x="12600" y="9487080"/>
            <a:ext cx="17462160" cy="151920"/>
            <a:chOff x="12600" y="9487080"/>
            <a:chExt cx="17462160" cy="151920"/>
          </a:xfrm>
        </p:grpSpPr>
        <p:pic>
          <p:nvPicPr>
            <p:cNvPr id="55" name="object 7"/>
            <p:cNvPicPr/>
            <p:nvPr/>
          </p:nvPicPr>
          <p:blipFill>
            <a:blip r:embed="rId2"/>
            <a:stretch/>
          </p:blipFill>
          <p:spPr>
            <a:xfrm>
              <a:off x="16129080" y="9487080"/>
              <a:ext cx="1206000" cy="1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6" name="object 8"/>
            <p:cNvPicPr/>
            <p:nvPr/>
          </p:nvPicPr>
          <p:blipFill>
            <a:blip r:embed="rId3"/>
            <a:stretch/>
          </p:blipFill>
          <p:spPr>
            <a:xfrm>
              <a:off x="12600" y="9487080"/>
              <a:ext cx="17462160" cy="15192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57" name=""/>
          <p:cNvPicPr/>
          <p:nvPr/>
        </p:nvPicPr>
        <p:blipFill>
          <a:blip r:embed="rId4"/>
          <a:stretch/>
        </p:blipFill>
        <p:spPr>
          <a:xfrm>
            <a:off x="-180000" y="-146520"/>
            <a:ext cx="18114840" cy="10046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object 2"/>
          <p:cNvPicPr/>
          <p:nvPr/>
        </p:nvPicPr>
        <p:blipFill>
          <a:blip r:embed="rId1"/>
          <a:stretch/>
        </p:blipFill>
        <p:spPr>
          <a:xfrm>
            <a:off x="12600" y="3314880"/>
            <a:ext cx="17462160" cy="422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object 3"/>
          <p:cNvPicPr/>
          <p:nvPr/>
        </p:nvPicPr>
        <p:blipFill>
          <a:blip r:embed="rId2"/>
          <a:stretch/>
        </p:blipFill>
        <p:spPr>
          <a:xfrm>
            <a:off x="14643000" y="927000"/>
            <a:ext cx="2641320" cy="139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0" name="object 4"/>
          <p:cNvGrpSpPr/>
          <p:nvPr/>
        </p:nvGrpSpPr>
        <p:grpSpPr>
          <a:xfrm>
            <a:off x="12600" y="927000"/>
            <a:ext cx="17462160" cy="698400"/>
            <a:chOff x="12600" y="927000"/>
            <a:chExt cx="17462160" cy="698400"/>
          </a:xfrm>
        </p:grpSpPr>
        <p:pic>
          <p:nvPicPr>
            <p:cNvPr id="61" name="object 5"/>
            <p:cNvPicPr/>
            <p:nvPr/>
          </p:nvPicPr>
          <p:blipFill>
            <a:blip r:embed="rId3"/>
            <a:stretch/>
          </p:blipFill>
          <p:spPr>
            <a:xfrm>
              <a:off x="266760" y="927000"/>
              <a:ext cx="2311200" cy="139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2" name="object 6"/>
            <p:cNvPicPr/>
            <p:nvPr/>
          </p:nvPicPr>
          <p:blipFill>
            <a:blip r:embed="rId4"/>
            <a:stretch/>
          </p:blipFill>
          <p:spPr>
            <a:xfrm>
              <a:off x="12600" y="927000"/>
              <a:ext cx="17462160" cy="13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3" name="object 7"/>
            <p:cNvSpPr/>
            <p:nvPr/>
          </p:nvSpPr>
          <p:spPr>
            <a:xfrm>
              <a:off x="1905120" y="1092240"/>
              <a:ext cx="13614120" cy="533160"/>
            </a:xfrm>
            <a:custGeom>
              <a:avLst/>
              <a:gdLst>
                <a:gd name="textAreaLeft" fmla="*/ 0 w 13614120"/>
                <a:gd name="textAreaRight" fmla="*/ 13614480 w 136141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3614400" h="533400">
                  <a:moveTo>
                    <a:pt x="13614400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13614400" y="0"/>
                  </a:lnTo>
                  <a:lnTo>
                    <a:pt x="13614400" y="533400"/>
                  </a:lnTo>
                  <a:close/>
                </a:path>
              </a:pathLst>
            </a:custGeom>
            <a:solidFill>
              <a:srgbClr val="3b7b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845000" y="873000"/>
            <a:ext cx="13664880" cy="938160"/>
          </a:xfrm>
          <a:prstGeom prst="rect">
            <a:avLst/>
          </a:prstGeom>
          <a:noFill/>
          <a:ln w="0">
            <a:noFill/>
          </a:ln>
        </p:spPr>
        <p:txBody>
          <a:bodyPr lIns="0" rIns="0" tIns="15840" bIns="0" anchor="t">
            <a:spAutoFit/>
          </a:bodyPr>
          <a:p>
            <a:pPr marL="12600" indent="0">
              <a:lnSpc>
                <a:spcPct val="100000"/>
              </a:lnSpc>
              <a:spcBef>
                <a:spcPts val="125"/>
              </a:spcBef>
              <a:buNone/>
              <a:tabLst>
                <a:tab algn="l" pos="1177920"/>
              </a:tabLst>
            </a:pPr>
            <a:r>
              <a:rPr lang="es-ES" sz="5600" b="0" u="none" spc="-26" strike="noStrike">
                <a:solidFill>
                  <a:schemeClr val="lt1"/>
                </a:solidFill>
                <a:effectLst/>
                <a:uFillTx/>
                <a:latin typeface="Calibri"/>
              </a:rPr>
              <a:t>Eb</a:t>
            </a:r>
            <a:r>
              <a:rPr lang="es-ES" sz="5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s-ES" sz="5600" b="0" u="none" spc="819" strike="noStrike">
                <a:solidFill>
                  <a:schemeClr val="lt1"/>
                </a:solidFill>
                <a:effectLst/>
                <a:uFillTx/>
                <a:latin typeface="Calibri"/>
              </a:rPr>
              <a:t>SECRETO:</a:t>
            </a:r>
            <a:r>
              <a:rPr lang="es-ES" sz="5600" b="0" u="none" spc="496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s-ES" sz="5600" b="0" u="none" spc="941" strike="noStrike">
                <a:solidFill>
                  <a:srgbClr val="fdfddd"/>
                </a:solidFill>
                <a:effectLst/>
                <a:uFillTx/>
                <a:latin typeface="Calibri"/>
              </a:rPr>
              <a:t>TU</a:t>
            </a:r>
            <a:r>
              <a:rPr lang="es-ES" sz="5600" b="0" u="none" spc="-340" strike="noStrike">
                <a:solidFill>
                  <a:srgbClr val="fdfddd"/>
                </a:solidFill>
                <a:effectLst/>
                <a:uFillTx/>
                <a:latin typeface="Calibri"/>
              </a:rPr>
              <a:t> </a:t>
            </a:r>
            <a:r>
              <a:rPr lang="es-ES" sz="5600" b="0" u="none" spc="714" strike="noStrike">
                <a:solidFill>
                  <a:srgbClr val="fdfbdb"/>
                </a:solidFill>
                <a:effectLst/>
                <a:uFillTx/>
                <a:latin typeface="Calibri"/>
              </a:rPr>
              <a:t>BfłRRfł</a:t>
            </a:r>
            <a:r>
              <a:rPr lang="es-ES" sz="5600" b="0" u="none" spc="510" strike="noStrike">
                <a:solidFill>
                  <a:srgbClr val="fdfbdb"/>
                </a:solidFill>
                <a:effectLst/>
                <a:uFillTx/>
                <a:latin typeface="Calibri"/>
              </a:rPr>
              <a:t> </a:t>
            </a:r>
            <a:r>
              <a:rPr lang="es-ES" sz="5600" b="0" u="none" spc="1015" strike="noStrike">
                <a:solidFill>
                  <a:srgbClr val="fdfddd"/>
                </a:solidFill>
                <a:effectLst/>
                <a:uFillTx/>
                <a:latin typeface="Calibri"/>
              </a:rPr>
              <a:t>DE</a:t>
            </a:r>
            <a:r>
              <a:rPr lang="es-ES" sz="5600" b="0" u="none" spc="-210" strike="noStrike">
                <a:solidFill>
                  <a:srgbClr val="fdfddd"/>
                </a:solidFill>
                <a:effectLst/>
                <a:uFillTx/>
                <a:latin typeface="Calibri"/>
              </a:rPr>
              <a:t> </a:t>
            </a:r>
            <a:r>
              <a:rPr lang="es-ES" sz="5600" b="0" u="none" spc="941" strike="noStrike">
                <a:solidFill>
                  <a:srgbClr val="fffde2"/>
                </a:solidFill>
                <a:effectLst/>
                <a:uFillTx/>
                <a:latin typeface="Calibri"/>
              </a:rPr>
              <a:t>ENERGIA</a:t>
            </a:r>
            <a:endParaRPr lang="es-ES" sz="5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65" name="object 9"/>
          <p:cNvGrpSpPr/>
          <p:nvPr/>
        </p:nvGrpSpPr>
        <p:grpSpPr>
          <a:xfrm>
            <a:off x="12600" y="2552760"/>
            <a:ext cx="17462160" cy="151920"/>
            <a:chOff x="12600" y="2552760"/>
            <a:chExt cx="17462160" cy="151920"/>
          </a:xfrm>
        </p:grpSpPr>
        <p:pic>
          <p:nvPicPr>
            <p:cNvPr id="66" name="object 10"/>
            <p:cNvPicPr/>
            <p:nvPr/>
          </p:nvPicPr>
          <p:blipFill>
            <a:blip r:embed="rId5"/>
            <a:stretch/>
          </p:blipFill>
          <p:spPr>
            <a:xfrm>
              <a:off x="17056080" y="2552760"/>
              <a:ext cx="418680" cy="1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7" name="object 11"/>
            <p:cNvPicPr/>
            <p:nvPr/>
          </p:nvPicPr>
          <p:blipFill>
            <a:blip r:embed="rId6"/>
            <a:stretch/>
          </p:blipFill>
          <p:spPr>
            <a:xfrm>
              <a:off x="13550760" y="2552760"/>
              <a:ext cx="2311200" cy="1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8" name="object 12"/>
            <p:cNvPicPr/>
            <p:nvPr/>
          </p:nvPicPr>
          <p:blipFill>
            <a:blip r:embed="rId7"/>
            <a:stretch/>
          </p:blipFill>
          <p:spPr>
            <a:xfrm>
              <a:off x="8852040" y="2552760"/>
              <a:ext cx="2311200" cy="1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9" name="object 13"/>
            <p:cNvPicPr/>
            <p:nvPr/>
          </p:nvPicPr>
          <p:blipFill>
            <a:blip r:embed="rId8"/>
            <a:stretch/>
          </p:blipFill>
          <p:spPr>
            <a:xfrm>
              <a:off x="3772080" y="2552760"/>
              <a:ext cx="2311200" cy="1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0" name="object 14"/>
            <p:cNvPicPr/>
            <p:nvPr/>
          </p:nvPicPr>
          <p:blipFill>
            <a:blip r:embed="rId9"/>
            <a:stretch/>
          </p:blipFill>
          <p:spPr>
            <a:xfrm>
              <a:off x="291960" y="2552760"/>
              <a:ext cx="2692080" cy="1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1" name="object 15"/>
            <p:cNvPicPr/>
            <p:nvPr/>
          </p:nvPicPr>
          <p:blipFill>
            <a:blip r:embed="rId10"/>
            <a:stretch/>
          </p:blipFill>
          <p:spPr>
            <a:xfrm>
              <a:off x="12600" y="2552760"/>
              <a:ext cx="17462160" cy="151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2" name="object 16"/>
          <p:cNvGrpSpPr/>
          <p:nvPr/>
        </p:nvGrpSpPr>
        <p:grpSpPr>
          <a:xfrm>
            <a:off x="12600" y="3137040"/>
            <a:ext cx="17462160" cy="50400"/>
            <a:chOff x="12600" y="3137040"/>
            <a:chExt cx="17462160" cy="50400"/>
          </a:xfrm>
        </p:grpSpPr>
        <p:pic>
          <p:nvPicPr>
            <p:cNvPr id="73" name="object 17"/>
            <p:cNvPicPr/>
            <p:nvPr/>
          </p:nvPicPr>
          <p:blipFill>
            <a:blip r:embed="rId11"/>
            <a:stretch/>
          </p:blipFill>
          <p:spPr>
            <a:xfrm>
              <a:off x="15405120" y="3137040"/>
              <a:ext cx="2069640" cy="50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4" name="object 18"/>
            <p:cNvPicPr/>
            <p:nvPr/>
          </p:nvPicPr>
          <p:blipFill>
            <a:blip r:embed="rId12"/>
            <a:stretch/>
          </p:blipFill>
          <p:spPr>
            <a:xfrm>
              <a:off x="9105840" y="3137040"/>
              <a:ext cx="2311200" cy="50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5" name="object 19"/>
            <p:cNvPicPr/>
            <p:nvPr/>
          </p:nvPicPr>
          <p:blipFill>
            <a:blip r:embed="rId13"/>
            <a:stretch/>
          </p:blipFill>
          <p:spPr>
            <a:xfrm>
              <a:off x="2806560" y="3137040"/>
              <a:ext cx="2311200" cy="50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6" name="object 20"/>
            <p:cNvPicPr/>
            <p:nvPr/>
          </p:nvPicPr>
          <p:blipFill>
            <a:blip r:embed="rId14"/>
            <a:stretch/>
          </p:blipFill>
          <p:spPr>
            <a:xfrm>
              <a:off x="165240" y="3137040"/>
              <a:ext cx="2311200" cy="50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7" name="object 21"/>
            <p:cNvPicPr/>
            <p:nvPr/>
          </p:nvPicPr>
          <p:blipFill>
            <a:blip r:embed="rId15"/>
            <a:stretch/>
          </p:blipFill>
          <p:spPr>
            <a:xfrm>
              <a:off x="12600" y="3137040"/>
              <a:ext cx="17462160" cy="50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8" name="object 22"/>
          <p:cNvGrpSpPr/>
          <p:nvPr/>
        </p:nvGrpSpPr>
        <p:grpSpPr>
          <a:xfrm>
            <a:off x="12600" y="7721640"/>
            <a:ext cx="17462520" cy="37800"/>
            <a:chOff x="12600" y="7721640"/>
            <a:chExt cx="17462520" cy="37800"/>
          </a:xfrm>
        </p:grpSpPr>
        <p:pic>
          <p:nvPicPr>
            <p:cNvPr id="79" name="object 23"/>
            <p:cNvPicPr/>
            <p:nvPr/>
          </p:nvPicPr>
          <p:blipFill>
            <a:blip r:embed="rId16"/>
            <a:stretch/>
          </p:blipFill>
          <p:spPr>
            <a:xfrm>
              <a:off x="16802280" y="7721640"/>
              <a:ext cx="672840" cy="37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0" name="object 24"/>
            <p:cNvPicPr/>
            <p:nvPr/>
          </p:nvPicPr>
          <p:blipFill>
            <a:blip r:embed="rId17"/>
            <a:stretch/>
          </p:blipFill>
          <p:spPr>
            <a:xfrm>
              <a:off x="3822840" y="7721640"/>
              <a:ext cx="2311200" cy="37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1" name="object 25"/>
            <p:cNvPicPr/>
            <p:nvPr/>
          </p:nvPicPr>
          <p:blipFill>
            <a:blip r:embed="rId18"/>
            <a:stretch/>
          </p:blipFill>
          <p:spPr>
            <a:xfrm>
              <a:off x="266760" y="7721640"/>
              <a:ext cx="2641320" cy="37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2" name="object 26"/>
            <p:cNvPicPr/>
            <p:nvPr/>
          </p:nvPicPr>
          <p:blipFill>
            <a:blip r:embed="rId19"/>
            <a:stretch/>
          </p:blipFill>
          <p:spPr>
            <a:xfrm>
              <a:off x="12600" y="7721640"/>
              <a:ext cx="17462160" cy="3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3" name="object 27"/>
          <p:cNvSpPr/>
          <p:nvPr/>
        </p:nvSpPr>
        <p:spPr>
          <a:xfrm>
            <a:off x="12600" y="8750160"/>
            <a:ext cx="17449560" cy="279000"/>
          </a:xfrm>
          <a:custGeom>
            <a:avLst/>
            <a:gdLst>
              <a:gd name="textAreaLeft" fmla="*/ 0 w 17449560"/>
              <a:gd name="textAreaRight" fmla="*/ 17449920 w 17449560"/>
              <a:gd name="textAreaTop" fmla="*/ 0 h 279000"/>
              <a:gd name="textAreaBottom" fmla="*/ 279360 h 279000"/>
            </a:gdLst>
            <a:ahLst/>
            <a:cxnLst/>
            <a:rect l="textAreaLeft" t="textAreaTop" r="textAreaRight" b="textAreaBottom"/>
            <a:pathLst>
              <a:path w="17449800" h="279400">
                <a:moveTo>
                  <a:pt x="17449800" y="279400"/>
                </a:moveTo>
                <a:lnTo>
                  <a:pt x="0" y="2794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79400"/>
                </a:lnTo>
                <a:close/>
              </a:path>
            </a:pathLst>
          </a:custGeom>
          <a:solidFill>
            <a:srgbClr val="2328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object 28"/>
          <p:cNvSpPr/>
          <p:nvPr/>
        </p:nvSpPr>
        <p:spPr>
          <a:xfrm>
            <a:off x="7966800" y="8633880"/>
            <a:ext cx="1525680" cy="4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760" bIns="0" anchor="t">
            <a:spAutoFit/>
          </a:bodyPr>
          <a:p>
            <a:pPr marL="12600">
              <a:lnSpc>
                <a:spcPct val="100000"/>
              </a:lnSpc>
              <a:spcBef>
                <a:spcPts val="113"/>
              </a:spcBef>
            </a:pPr>
            <a:r>
              <a:rPr lang="es-ES" sz="29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TIEŁ’îPO</a:t>
            </a:r>
            <a:endParaRPr lang="es-E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" name="object 29"/>
          <p:cNvGrpSpPr/>
          <p:nvPr/>
        </p:nvGrpSpPr>
        <p:grpSpPr>
          <a:xfrm>
            <a:off x="12600" y="9487080"/>
            <a:ext cx="17449560" cy="151920"/>
            <a:chOff x="12600" y="9487080"/>
            <a:chExt cx="17449560" cy="151920"/>
          </a:xfrm>
        </p:grpSpPr>
        <p:pic>
          <p:nvPicPr>
            <p:cNvPr id="86" name="object 30"/>
            <p:cNvPicPr/>
            <p:nvPr/>
          </p:nvPicPr>
          <p:blipFill>
            <a:blip r:embed="rId20"/>
            <a:stretch/>
          </p:blipFill>
          <p:spPr>
            <a:xfrm>
              <a:off x="13766760" y="9487080"/>
              <a:ext cx="151920" cy="1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7" name="object 31"/>
            <p:cNvPicPr/>
            <p:nvPr/>
          </p:nvPicPr>
          <p:blipFill>
            <a:blip r:embed="rId21"/>
            <a:stretch/>
          </p:blipFill>
          <p:spPr>
            <a:xfrm>
              <a:off x="2616120" y="9487080"/>
              <a:ext cx="215640" cy="151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8" name="object 32"/>
            <p:cNvSpPr/>
            <p:nvPr/>
          </p:nvSpPr>
          <p:spPr>
            <a:xfrm>
              <a:off x="12600" y="9487080"/>
              <a:ext cx="17449560" cy="139320"/>
            </a:xfrm>
            <a:custGeom>
              <a:avLst/>
              <a:gdLst>
                <a:gd name="textAreaLeft" fmla="*/ 0 w 17449560"/>
                <a:gd name="textAreaRight" fmla="*/ 17449920 w 17449560"/>
                <a:gd name="textAreaTop" fmla="*/ 0 h 139320"/>
                <a:gd name="textAreaBottom" fmla="*/ 139680 h 139320"/>
              </a:gdLst>
              <a:ahLst/>
              <a:cxnLst/>
              <a:rect l="textAreaLeft" t="textAreaTop" r="textAreaRight" b="textAreaBottom"/>
              <a:pathLst>
                <a:path w="17449800" h="139700">
                  <a:moveTo>
                    <a:pt x="17449800" y="139700"/>
                  </a:moveTo>
                  <a:lnTo>
                    <a:pt x="0" y="139700"/>
                  </a:lnTo>
                  <a:lnTo>
                    <a:pt x="0" y="0"/>
                  </a:lnTo>
                  <a:lnTo>
                    <a:pt x="17449800" y="0"/>
                  </a:lnTo>
                  <a:lnTo>
                    <a:pt x="17449800" y="139700"/>
                  </a:lnTo>
                  <a:close/>
                </a:path>
              </a:pathLst>
            </a:custGeom>
            <a:solidFill>
              <a:srgbClr val="23283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object 33"/>
          <p:cNvSpPr/>
          <p:nvPr/>
        </p:nvSpPr>
        <p:spPr>
          <a:xfrm>
            <a:off x="16120440" y="9442440"/>
            <a:ext cx="123804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25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G</a:t>
            </a:r>
            <a:r>
              <a:rPr lang="es-ES" sz="1250" b="0" u="none" spc="170" strike="noStrike">
                <a:solidFill>
                  <a:srgbClr val="ffffff"/>
                </a:solidFill>
                <a:effectLst/>
                <a:uFillTx/>
                <a:latin typeface="Arial MT"/>
              </a:rPr>
              <a:t>  </a:t>
            </a:r>
            <a:r>
              <a:rPr lang="es-ES" sz="125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No</a:t>
            </a:r>
            <a:r>
              <a:rPr lang="es-ES" sz="1250" b="0" u="none" strike="noStrike">
                <a:solidFill>
                  <a:srgbClr val="ebebeb"/>
                </a:solidFill>
                <a:effectLst/>
                <a:uFillTx/>
                <a:latin typeface="Arial MT"/>
              </a:rPr>
              <a:t>I</a:t>
            </a:r>
            <a:r>
              <a:rPr lang="es-ES" sz="1250" b="0" u="none" spc="-204" strike="noStrike">
                <a:solidFill>
                  <a:srgbClr val="ebebeb"/>
                </a:solidFill>
                <a:effectLst/>
                <a:uFillTx/>
                <a:latin typeface="Arial MT"/>
              </a:rPr>
              <a:t> </a:t>
            </a:r>
            <a:r>
              <a:rPr lang="es-ES" sz="125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ebookL</a:t>
            </a:r>
            <a:r>
              <a:rPr lang="es-ES" sz="1250" b="0" u="none" spc="-17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1250" b="0" u="none" spc="-51" strike="noStrike">
                <a:solidFill>
                  <a:srgbClr val="ffffff"/>
                </a:solidFill>
                <a:effectLst/>
                <a:uFillTx/>
                <a:latin typeface="Arial MT"/>
              </a:rPr>
              <a:t>M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"/>
          <p:cNvPicPr/>
          <p:nvPr/>
        </p:nvPicPr>
        <p:blipFill>
          <a:blip r:embed="rId22"/>
          <a:stretch/>
        </p:blipFill>
        <p:spPr>
          <a:xfrm>
            <a:off x="0" y="-2880"/>
            <a:ext cx="17591400" cy="975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object 2"/>
          <p:cNvPicPr/>
          <p:nvPr/>
        </p:nvPicPr>
        <p:blipFill>
          <a:blip r:embed="rId1"/>
          <a:stretch/>
        </p:blipFill>
        <p:spPr>
          <a:xfrm>
            <a:off x="12600" y="5803920"/>
            <a:ext cx="17462160" cy="128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object 3"/>
          <p:cNvPicPr/>
          <p:nvPr/>
        </p:nvPicPr>
        <p:blipFill>
          <a:blip r:embed="rId2"/>
          <a:stretch/>
        </p:blipFill>
        <p:spPr>
          <a:xfrm>
            <a:off x="12600" y="3225960"/>
            <a:ext cx="17462160" cy="218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object 4"/>
          <p:cNvPicPr/>
          <p:nvPr/>
        </p:nvPicPr>
        <p:blipFill>
          <a:blip r:embed="rId3"/>
          <a:stretch/>
        </p:blipFill>
        <p:spPr>
          <a:xfrm>
            <a:off x="17056080" y="851040"/>
            <a:ext cx="41868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object 5"/>
          <p:cNvPicPr/>
          <p:nvPr/>
        </p:nvPicPr>
        <p:blipFill>
          <a:blip r:embed="rId4"/>
          <a:stretch/>
        </p:blipFill>
        <p:spPr>
          <a:xfrm>
            <a:off x="4483080" y="851040"/>
            <a:ext cx="2311200" cy="151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5" name="object 6"/>
          <p:cNvGrpSpPr/>
          <p:nvPr/>
        </p:nvGrpSpPr>
        <p:grpSpPr>
          <a:xfrm>
            <a:off x="12600" y="851040"/>
            <a:ext cx="17462160" cy="736200"/>
            <a:chOff x="12600" y="851040"/>
            <a:chExt cx="17462160" cy="736200"/>
          </a:xfrm>
        </p:grpSpPr>
        <p:pic>
          <p:nvPicPr>
            <p:cNvPr id="96" name="object 7"/>
            <p:cNvPicPr/>
            <p:nvPr/>
          </p:nvPicPr>
          <p:blipFill>
            <a:blip r:embed="rId5"/>
            <a:stretch/>
          </p:blipFill>
          <p:spPr>
            <a:xfrm>
              <a:off x="241200" y="851040"/>
              <a:ext cx="2311200" cy="1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7" name="object 8"/>
            <p:cNvPicPr/>
            <p:nvPr/>
          </p:nvPicPr>
          <p:blipFill>
            <a:blip r:embed="rId6"/>
            <a:stretch/>
          </p:blipFill>
          <p:spPr>
            <a:xfrm>
              <a:off x="12600" y="851040"/>
              <a:ext cx="17462160" cy="151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8" name="object 9"/>
            <p:cNvSpPr/>
            <p:nvPr/>
          </p:nvSpPr>
          <p:spPr>
            <a:xfrm>
              <a:off x="2743200" y="1028880"/>
              <a:ext cx="7492680" cy="558360"/>
            </a:xfrm>
            <a:custGeom>
              <a:avLst/>
              <a:gdLst>
                <a:gd name="textAreaLeft" fmla="*/ 0 w 7492680"/>
                <a:gd name="textAreaRight" fmla="*/ 7493040 w 7492680"/>
                <a:gd name="textAreaTop" fmla="*/ 0 h 558360"/>
                <a:gd name="textAreaBottom" fmla="*/ 558720 h 558360"/>
              </a:gdLst>
              <a:ahLst/>
              <a:cxnLst/>
              <a:rect l="textAreaLeft" t="textAreaTop" r="textAreaRight" b="textAreaBottom"/>
              <a:pathLst>
                <a:path w="7493000" h="558800">
                  <a:moveTo>
                    <a:pt x="7493000" y="558800"/>
                  </a:moveTo>
                  <a:lnTo>
                    <a:pt x="0" y="558800"/>
                  </a:lnTo>
                  <a:lnTo>
                    <a:pt x="0" y="0"/>
                  </a:lnTo>
                  <a:lnTo>
                    <a:pt x="7493000" y="0"/>
                  </a:lnTo>
                  <a:lnTo>
                    <a:pt x="7493000" y="558800"/>
                  </a:lnTo>
                  <a:close/>
                </a:path>
              </a:pathLst>
            </a:custGeom>
            <a:solidFill>
              <a:srgbClr val="264d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9" name="object 10"/>
          <p:cNvGrpSpPr/>
          <p:nvPr/>
        </p:nvGrpSpPr>
        <p:grpSpPr>
          <a:xfrm>
            <a:off x="12600" y="1905120"/>
            <a:ext cx="17449560" cy="406080"/>
            <a:chOff x="12600" y="1905120"/>
            <a:chExt cx="17449560" cy="406080"/>
          </a:xfrm>
        </p:grpSpPr>
        <p:pic>
          <p:nvPicPr>
            <p:cNvPr id="100" name="object 11"/>
            <p:cNvPicPr/>
            <p:nvPr/>
          </p:nvPicPr>
          <p:blipFill>
            <a:blip r:embed="rId7"/>
            <a:stretch/>
          </p:blipFill>
          <p:spPr>
            <a:xfrm>
              <a:off x="12600" y="1905120"/>
              <a:ext cx="685440" cy="406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1" name="object 12"/>
            <p:cNvSpPr/>
            <p:nvPr/>
          </p:nvSpPr>
          <p:spPr>
            <a:xfrm>
              <a:off x="12600" y="1905120"/>
              <a:ext cx="17449560" cy="393480"/>
            </a:xfrm>
            <a:custGeom>
              <a:avLst/>
              <a:gdLst>
                <a:gd name="textAreaLeft" fmla="*/ 0 w 17449560"/>
                <a:gd name="textAreaRight" fmla="*/ 17449920 w 17449560"/>
                <a:gd name="textAreaTop" fmla="*/ 0 h 393480"/>
                <a:gd name="textAreaBottom" fmla="*/ 393840 h 393480"/>
              </a:gdLst>
              <a:ahLst/>
              <a:cxnLst/>
              <a:rect l="textAreaLeft" t="textAreaTop" r="textAreaRight" b="textAreaBottom"/>
              <a:pathLst>
                <a:path w="17449800" h="393700">
                  <a:moveTo>
                    <a:pt x="17449800" y="393700"/>
                  </a:moveTo>
                  <a:lnTo>
                    <a:pt x="0" y="393700"/>
                  </a:lnTo>
                  <a:lnTo>
                    <a:pt x="0" y="0"/>
                  </a:lnTo>
                  <a:lnTo>
                    <a:pt x="17449800" y="0"/>
                  </a:lnTo>
                  <a:lnTo>
                    <a:pt x="17449800" y="393700"/>
                  </a:lnTo>
                  <a:close/>
                </a:path>
              </a:pathLst>
            </a:custGeom>
            <a:solidFill>
              <a:srgbClr val="2126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2687040" y="671760"/>
            <a:ext cx="11019600" cy="1638000"/>
          </a:xfrm>
          <a:prstGeom prst="rect">
            <a:avLst/>
          </a:prstGeom>
          <a:noFill/>
          <a:ln w="0">
            <a:noFill/>
          </a:ln>
        </p:spPr>
        <p:txBody>
          <a:bodyPr lIns="0" rIns="0" tIns="12204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61"/>
              </a:spcBef>
              <a:buNone/>
              <a:tabLst>
                <a:tab algn="l" pos="4863600"/>
              </a:tabLst>
            </a:pPr>
            <a:r>
              <a:rPr lang="es-ES" sz="6050" b="0" u="none" spc="181" strike="noStrike">
                <a:solidFill>
                  <a:schemeClr val="lt1"/>
                </a:solidFill>
                <a:effectLst/>
                <a:uFillTx/>
                <a:latin typeface="Arial MT"/>
              </a:rPr>
              <a:t>LA</a:t>
            </a:r>
            <a:r>
              <a:rPr lang="es-ES" sz="6050" b="0" u="none" spc="7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s-ES" sz="6050" b="0" u="none" spc="-11" strike="noStrike">
                <a:solidFill>
                  <a:schemeClr val="lt1"/>
                </a:solidFill>
                <a:effectLst/>
                <a:uFillTx/>
                <a:latin typeface="Arial MT"/>
              </a:rPr>
              <a:t>TACTICA</a:t>
            </a:r>
            <a:r>
              <a:rPr lang="es-ES" sz="605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	</a:t>
            </a:r>
            <a:r>
              <a:rPr lang="es-ES" sz="6050" b="0" u="none" spc="-575" strike="noStrike">
                <a:solidFill>
                  <a:schemeClr val="lt1"/>
                </a:solidFill>
                <a:effectLst/>
                <a:uFillTx/>
                <a:latin typeface="Arial MT"/>
              </a:rPr>
              <a:t>ØE</a:t>
            </a:r>
            <a:r>
              <a:rPr lang="es-ES" sz="6050" b="0" u="none" spc="-1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s-ES" sz="605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bOS</a:t>
            </a:r>
            <a:endParaRPr lang="es-ES" sz="60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02320" indent="0">
              <a:lnSpc>
                <a:spcPct val="100000"/>
              </a:lnSpc>
              <a:spcBef>
                <a:spcPts val="490"/>
              </a:spcBef>
              <a:buNone/>
              <a:tabLst>
                <a:tab algn="l" pos="6047280"/>
                <a:tab algn="l" pos="10657080"/>
              </a:tabLst>
            </a:pPr>
            <a:r>
              <a:rPr lang="es-ES" sz="3400" b="0" u="none" spc="71" strike="noStrike">
                <a:solidFill>
                  <a:schemeClr val="lt1"/>
                </a:solidFill>
                <a:effectLst/>
                <a:uFillTx/>
                <a:latin typeface="Arial MT"/>
              </a:rPr>
              <a:t>Divide</a:t>
            </a:r>
            <a:r>
              <a:rPr lang="es-ES" sz="3400" b="0" u="none" spc="4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s-ES" sz="34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tu</a:t>
            </a:r>
            <a:r>
              <a:rPr lang="es-ES" sz="3400" b="0" u="none" spc="28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s-ES" sz="3400" b="0" u="none" spc="71" strike="noStrike">
                <a:solidFill>
                  <a:schemeClr val="lt1"/>
                </a:solidFill>
                <a:effectLst/>
                <a:uFillTx/>
                <a:latin typeface="Arial MT"/>
              </a:rPr>
              <a:t>tarde</a:t>
            </a:r>
            <a:r>
              <a:rPr lang="es-ES" sz="3400" b="0" u="none" spc="15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en</a:t>
            </a:r>
            <a:r>
              <a:rPr lang="es-ES" sz="3400" b="0" u="none" spc="-5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s-ES" sz="3400" b="0" u="none" spc="51" strike="noStrike">
                <a:solidFill>
                  <a:schemeClr val="lt1"/>
                </a:solidFill>
                <a:effectLst/>
                <a:uFillTx/>
                <a:latin typeface="Arial MT"/>
              </a:rPr>
              <a:t>tres</a:t>
            </a: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	</a:t>
            </a: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isiones</a:t>
            </a:r>
            <a:r>
              <a:rPr lang="es-ES" sz="3400" b="0" u="none" spc="11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s-ES" sz="3400" b="0" u="none" spc="-139" strike="noStrike">
                <a:solidFill>
                  <a:schemeClr val="lt1"/>
                </a:solidFill>
                <a:effectLst/>
                <a:uFillTx/>
                <a:latin typeface="Arial MT"/>
              </a:rPr>
              <a:t>pada</a:t>
            </a:r>
            <a:r>
              <a:rPr lang="es-ES" sz="3400" b="0" u="none" spc="10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s-ES" sz="3400" b="0" u="none" spc="51" strike="noStrike">
                <a:solidFill>
                  <a:schemeClr val="lt1"/>
                </a:solidFill>
                <a:effectLst/>
                <a:uFillTx/>
                <a:latin typeface="Arial MT"/>
              </a:rPr>
              <a:t>no</a:t>
            </a:r>
            <a:r>
              <a:rPr lang="es-ES" sz="3400" b="0" u="none" spc="1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s-ES" sz="3400" b="0" u="none" spc="-11" strike="noStrike">
                <a:solidFill>
                  <a:schemeClr val="lt1"/>
                </a:solidFill>
                <a:effectLst/>
                <a:uFillTx/>
                <a:latin typeface="Arial MT"/>
              </a:rPr>
              <a:t>cansar</a:t>
            </a: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	</a:t>
            </a:r>
            <a:r>
              <a:rPr lang="es-ES" sz="34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e.</a:t>
            </a:r>
            <a:endParaRPr lang="es-ES" sz="3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03" name="object 14"/>
          <p:cNvGrpSpPr/>
          <p:nvPr/>
        </p:nvGrpSpPr>
        <p:grpSpPr>
          <a:xfrm>
            <a:off x="12600" y="2921040"/>
            <a:ext cx="17462160" cy="101160"/>
            <a:chOff x="12600" y="2921040"/>
            <a:chExt cx="17462160" cy="101160"/>
          </a:xfrm>
        </p:grpSpPr>
        <p:pic>
          <p:nvPicPr>
            <p:cNvPr id="104" name="object 15"/>
            <p:cNvPicPr/>
            <p:nvPr/>
          </p:nvPicPr>
          <p:blipFill>
            <a:blip r:embed="rId8"/>
            <a:stretch/>
          </p:blipFill>
          <p:spPr>
            <a:xfrm>
              <a:off x="17056080" y="2921040"/>
              <a:ext cx="418680" cy="101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5" name="object 16"/>
            <p:cNvPicPr/>
            <p:nvPr/>
          </p:nvPicPr>
          <p:blipFill>
            <a:blip r:embed="rId9"/>
            <a:stretch/>
          </p:blipFill>
          <p:spPr>
            <a:xfrm>
              <a:off x="10503000" y="2921040"/>
              <a:ext cx="2311200" cy="101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6" name="object 17"/>
            <p:cNvPicPr/>
            <p:nvPr/>
          </p:nvPicPr>
          <p:blipFill>
            <a:blip r:embed="rId10"/>
            <a:stretch/>
          </p:blipFill>
          <p:spPr>
            <a:xfrm>
              <a:off x="6337440" y="2921040"/>
              <a:ext cx="2311200" cy="101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7" name="object 18"/>
            <p:cNvPicPr/>
            <p:nvPr/>
          </p:nvPicPr>
          <p:blipFill>
            <a:blip r:embed="rId11"/>
            <a:stretch/>
          </p:blipFill>
          <p:spPr>
            <a:xfrm>
              <a:off x="38160" y="2921040"/>
              <a:ext cx="2311200" cy="101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" name="object 19"/>
            <p:cNvPicPr/>
            <p:nvPr/>
          </p:nvPicPr>
          <p:blipFill>
            <a:blip r:embed="rId12"/>
            <a:stretch/>
          </p:blipFill>
          <p:spPr>
            <a:xfrm>
              <a:off x="12600" y="2921040"/>
              <a:ext cx="17462160" cy="1011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9" name="object 20"/>
          <p:cNvSpPr/>
          <p:nvPr/>
        </p:nvSpPr>
        <p:spPr>
          <a:xfrm>
            <a:off x="13843080" y="4711680"/>
            <a:ext cx="1294920" cy="215640"/>
          </a:xfrm>
          <a:custGeom>
            <a:avLst/>
            <a:gdLst>
              <a:gd name="textAreaLeft" fmla="*/ 0 w 1294920"/>
              <a:gd name="textAreaRight" fmla="*/ 1295280 w 1294920"/>
              <a:gd name="textAreaTop" fmla="*/ 0 h 215640"/>
              <a:gd name="textAreaBottom" fmla="*/ 216000 h 215640"/>
            </a:gdLst>
            <a:ahLst/>
            <a:cxnLst/>
            <a:rect l="textAreaLeft" t="textAreaTop" r="textAreaRight" b="textAreaBottom"/>
            <a:pathLst>
              <a:path w="1295400" h="215900">
                <a:moveTo>
                  <a:pt x="1295400" y="215900"/>
                </a:moveTo>
                <a:lnTo>
                  <a:pt x="0" y="215900"/>
                </a:lnTo>
                <a:lnTo>
                  <a:pt x="0" y="0"/>
                </a:lnTo>
                <a:lnTo>
                  <a:pt x="1295400" y="0"/>
                </a:lnTo>
                <a:lnTo>
                  <a:pt x="1295400" y="215900"/>
                </a:lnTo>
                <a:close/>
              </a:path>
            </a:pathLst>
          </a:custGeom>
          <a:solidFill>
            <a:srgbClr val="15151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object 21"/>
          <p:cNvSpPr/>
          <p:nvPr/>
        </p:nvSpPr>
        <p:spPr>
          <a:xfrm>
            <a:off x="13819320" y="4593600"/>
            <a:ext cx="13453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s-ES" sz="2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Dificultad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1" name="object 22"/>
          <p:cNvGrpSpPr/>
          <p:nvPr/>
        </p:nvGrpSpPr>
        <p:grpSpPr>
          <a:xfrm>
            <a:off x="12600" y="5448240"/>
            <a:ext cx="17462160" cy="241200"/>
            <a:chOff x="12600" y="5448240"/>
            <a:chExt cx="17462160" cy="241200"/>
          </a:xfrm>
        </p:grpSpPr>
        <p:pic>
          <p:nvPicPr>
            <p:cNvPr id="112" name="object 23"/>
            <p:cNvPicPr/>
            <p:nvPr/>
          </p:nvPicPr>
          <p:blipFill>
            <a:blip r:embed="rId13"/>
            <a:stretch/>
          </p:blipFill>
          <p:spPr>
            <a:xfrm>
              <a:off x="16878240" y="5448240"/>
              <a:ext cx="596520" cy="63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3" name="object 24"/>
            <p:cNvPicPr/>
            <p:nvPr/>
          </p:nvPicPr>
          <p:blipFill>
            <a:blip r:embed="rId14"/>
            <a:stretch/>
          </p:blipFill>
          <p:spPr>
            <a:xfrm>
              <a:off x="12789000" y="5448240"/>
              <a:ext cx="2311200" cy="63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4" name="object 25"/>
            <p:cNvPicPr/>
            <p:nvPr/>
          </p:nvPicPr>
          <p:blipFill>
            <a:blip r:embed="rId15"/>
            <a:stretch/>
          </p:blipFill>
          <p:spPr>
            <a:xfrm>
              <a:off x="8826480" y="5448240"/>
              <a:ext cx="2945880" cy="63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5" name="object 26"/>
            <p:cNvPicPr/>
            <p:nvPr/>
          </p:nvPicPr>
          <p:blipFill>
            <a:blip r:embed="rId16"/>
            <a:stretch/>
          </p:blipFill>
          <p:spPr>
            <a:xfrm>
              <a:off x="5905440" y="5448240"/>
              <a:ext cx="2311200" cy="63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6" name="object 27"/>
            <p:cNvPicPr/>
            <p:nvPr/>
          </p:nvPicPr>
          <p:blipFill>
            <a:blip r:embed="rId17"/>
            <a:stretch/>
          </p:blipFill>
          <p:spPr>
            <a:xfrm>
              <a:off x="520560" y="5448240"/>
              <a:ext cx="2768400" cy="63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7" name="object 28"/>
            <p:cNvPicPr/>
            <p:nvPr/>
          </p:nvPicPr>
          <p:blipFill>
            <a:blip r:embed="rId18"/>
            <a:stretch/>
          </p:blipFill>
          <p:spPr>
            <a:xfrm>
              <a:off x="12600" y="5448240"/>
              <a:ext cx="17462160" cy="63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8" name="object 29"/>
            <p:cNvPicPr/>
            <p:nvPr/>
          </p:nvPicPr>
          <p:blipFill>
            <a:blip r:embed="rId19"/>
            <a:stretch/>
          </p:blipFill>
          <p:spPr>
            <a:xfrm>
              <a:off x="16878240" y="5524560"/>
              <a:ext cx="596520" cy="88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9" name="object 30"/>
            <p:cNvPicPr/>
            <p:nvPr/>
          </p:nvPicPr>
          <p:blipFill>
            <a:blip r:embed="rId20"/>
            <a:stretch/>
          </p:blipFill>
          <p:spPr>
            <a:xfrm>
              <a:off x="12484080" y="5524560"/>
              <a:ext cx="2311200" cy="88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0" name="object 31"/>
            <p:cNvPicPr/>
            <p:nvPr/>
          </p:nvPicPr>
          <p:blipFill>
            <a:blip r:embed="rId21"/>
            <a:stretch/>
          </p:blipFill>
          <p:spPr>
            <a:xfrm>
              <a:off x="9613800" y="5524560"/>
              <a:ext cx="2311200" cy="88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1" name="object 32"/>
            <p:cNvPicPr/>
            <p:nvPr/>
          </p:nvPicPr>
          <p:blipFill>
            <a:blip r:embed="rId22"/>
            <a:stretch/>
          </p:blipFill>
          <p:spPr>
            <a:xfrm>
              <a:off x="6845400" y="5524560"/>
              <a:ext cx="2311200" cy="88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2" name="object 33"/>
            <p:cNvPicPr/>
            <p:nvPr/>
          </p:nvPicPr>
          <p:blipFill>
            <a:blip r:embed="rId23"/>
            <a:stretch/>
          </p:blipFill>
          <p:spPr>
            <a:xfrm>
              <a:off x="4102200" y="5524560"/>
              <a:ext cx="2488680" cy="88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3" name="object 34"/>
            <p:cNvPicPr/>
            <p:nvPr/>
          </p:nvPicPr>
          <p:blipFill>
            <a:blip r:embed="rId24"/>
            <a:stretch/>
          </p:blipFill>
          <p:spPr>
            <a:xfrm>
              <a:off x="520560" y="5524560"/>
              <a:ext cx="2615760" cy="88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4" name="object 35"/>
            <p:cNvPicPr/>
            <p:nvPr/>
          </p:nvPicPr>
          <p:blipFill>
            <a:blip r:embed="rId25"/>
            <a:stretch/>
          </p:blipFill>
          <p:spPr>
            <a:xfrm>
              <a:off x="12600" y="5524560"/>
              <a:ext cx="17462160" cy="164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5" name="object 36"/>
            <p:cNvPicPr/>
            <p:nvPr/>
          </p:nvPicPr>
          <p:blipFill>
            <a:blip r:embed="rId26"/>
            <a:stretch/>
          </p:blipFill>
          <p:spPr>
            <a:xfrm>
              <a:off x="12600" y="5626080"/>
              <a:ext cx="17462160" cy="630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26" name="object 37"/>
          <p:cNvGrpSpPr/>
          <p:nvPr/>
        </p:nvGrpSpPr>
        <p:grpSpPr>
          <a:xfrm>
            <a:off x="12600" y="7264440"/>
            <a:ext cx="17462520" cy="50400"/>
            <a:chOff x="12600" y="7264440"/>
            <a:chExt cx="17462520" cy="50400"/>
          </a:xfrm>
        </p:grpSpPr>
        <p:pic>
          <p:nvPicPr>
            <p:cNvPr id="127" name="object 38"/>
            <p:cNvPicPr/>
            <p:nvPr/>
          </p:nvPicPr>
          <p:blipFill>
            <a:blip r:embed="rId27"/>
            <a:stretch/>
          </p:blipFill>
          <p:spPr>
            <a:xfrm>
              <a:off x="16802280" y="7264440"/>
              <a:ext cx="672840" cy="50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8" name="object 39"/>
            <p:cNvPicPr/>
            <p:nvPr/>
          </p:nvPicPr>
          <p:blipFill>
            <a:blip r:embed="rId28"/>
            <a:stretch/>
          </p:blipFill>
          <p:spPr>
            <a:xfrm>
              <a:off x="12103200" y="7264440"/>
              <a:ext cx="2311200" cy="50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9" name="object 40"/>
            <p:cNvPicPr/>
            <p:nvPr/>
          </p:nvPicPr>
          <p:blipFill>
            <a:blip r:embed="rId29"/>
            <a:stretch/>
          </p:blipFill>
          <p:spPr>
            <a:xfrm>
              <a:off x="7785000" y="7264440"/>
              <a:ext cx="2311200" cy="50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0" name="object 41"/>
            <p:cNvPicPr/>
            <p:nvPr/>
          </p:nvPicPr>
          <p:blipFill>
            <a:blip r:embed="rId30"/>
            <a:stretch/>
          </p:blipFill>
          <p:spPr>
            <a:xfrm>
              <a:off x="5219640" y="7264440"/>
              <a:ext cx="2311200" cy="50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1" name="object 42"/>
            <p:cNvPicPr/>
            <p:nvPr/>
          </p:nvPicPr>
          <p:blipFill>
            <a:blip r:embed="rId31"/>
            <a:stretch/>
          </p:blipFill>
          <p:spPr>
            <a:xfrm>
              <a:off x="12600" y="7264440"/>
              <a:ext cx="17462160" cy="50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32" name="object 43"/>
          <p:cNvSpPr/>
          <p:nvPr/>
        </p:nvSpPr>
        <p:spPr>
          <a:xfrm>
            <a:off x="12600" y="7569360"/>
            <a:ext cx="17449560" cy="228240"/>
          </a:xfrm>
          <a:custGeom>
            <a:avLst/>
            <a:gdLst>
              <a:gd name="textAreaLeft" fmla="*/ 0 w 17449560"/>
              <a:gd name="textAreaRight" fmla="*/ 17449920 w 1744956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17449800" h="228600">
                <a:moveTo>
                  <a:pt x="17449800" y="228600"/>
                </a:moveTo>
                <a:lnTo>
                  <a:pt x="0" y="2286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28600"/>
                </a:lnTo>
                <a:close/>
              </a:path>
            </a:pathLst>
          </a:custGeom>
          <a:solidFill>
            <a:srgbClr val="212a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object 44"/>
          <p:cNvSpPr/>
          <p:nvPr/>
        </p:nvSpPr>
        <p:spPr>
          <a:xfrm>
            <a:off x="8713800" y="7454880"/>
            <a:ext cx="155844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227160"/>
              </a:tabLst>
            </a:pPr>
            <a:r>
              <a:rPr lang="es-ES" sz="2500" b="0" u="none" spc="-505" strike="noStrike">
                <a:solidFill>
                  <a:srgbClr val="c1c1c1"/>
                </a:solidFill>
                <a:effectLst/>
                <a:uFillTx/>
                <a:latin typeface="Arial MT"/>
              </a:rPr>
              <a:t>”</a:t>
            </a:r>
            <a:r>
              <a:rPr lang="es-ES" sz="2500" b="0" u="none" strike="noStrike">
                <a:solidFill>
                  <a:srgbClr val="c1c1c1"/>
                </a:solidFill>
                <a:effectLst/>
                <a:uFillTx/>
                <a:latin typeface="Arial MT"/>
              </a:rPr>
              <a:t>	</a:t>
            </a:r>
            <a:r>
              <a:rPr lang="es-ES" sz="25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Dificultad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4" name="object 45"/>
          <p:cNvGrpSpPr/>
          <p:nvPr/>
        </p:nvGrpSpPr>
        <p:grpSpPr>
          <a:xfrm>
            <a:off x="12600" y="7886880"/>
            <a:ext cx="17462520" cy="126720"/>
            <a:chOff x="12600" y="7886880"/>
            <a:chExt cx="17462520" cy="126720"/>
          </a:xfrm>
        </p:grpSpPr>
        <p:pic>
          <p:nvPicPr>
            <p:cNvPr id="135" name="object 46"/>
            <p:cNvPicPr/>
            <p:nvPr/>
          </p:nvPicPr>
          <p:blipFill>
            <a:blip r:embed="rId32"/>
            <a:stretch/>
          </p:blipFill>
          <p:spPr>
            <a:xfrm>
              <a:off x="16802280" y="7886880"/>
              <a:ext cx="672840" cy="126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6" name="object 47"/>
            <p:cNvPicPr/>
            <p:nvPr/>
          </p:nvPicPr>
          <p:blipFill>
            <a:blip r:embed="rId33"/>
            <a:stretch/>
          </p:blipFill>
          <p:spPr>
            <a:xfrm>
              <a:off x="12763440" y="7886880"/>
              <a:ext cx="2311200" cy="126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7" name="object 48"/>
            <p:cNvPicPr/>
            <p:nvPr/>
          </p:nvPicPr>
          <p:blipFill>
            <a:blip r:embed="rId34"/>
            <a:stretch/>
          </p:blipFill>
          <p:spPr>
            <a:xfrm>
              <a:off x="7505640" y="7886880"/>
              <a:ext cx="2615760" cy="126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8" name="object 49"/>
            <p:cNvPicPr/>
            <p:nvPr/>
          </p:nvPicPr>
          <p:blipFill>
            <a:blip r:embed="rId35"/>
            <a:stretch/>
          </p:blipFill>
          <p:spPr>
            <a:xfrm>
              <a:off x="4508640" y="7886880"/>
              <a:ext cx="2311200" cy="126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9" name="object 50"/>
            <p:cNvPicPr/>
            <p:nvPr/>
          </p:nvPicPr>
          <p:blipFill>
            <a:blip r:embed="rId36"/>
            <a:stretch/>
          </p:blipFill>
          <p:spPr>
            <a:xfrm>
              <a:off x="266760" y="7886880"/>
              <a:ext cx="2311200" cy="126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0" name="object 51"/>
            <p:cNvPicPr/>
            <p:nvPr/>
          </p:nvPicPr>
          <p:blipFill>
            <a:blip r:embed="rId37"/>
            <a:stretch/>
          </p:blipFill>
          <p:spPr>
            <a:xfrm>
              <a:off x="12600" y="7886880"/>
              <a:ext cx="17462160" cy="1267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1" name="object 52"/>
          <p:cNvGrpSpPr/>
          <p:nvPr/>
        </p:nvGrpSpPr>
        <p:grpSpPr>
          <a:xfrm>
            <a:off x="12600" y="8089920"/>
            <a:ext cx="17462520" cy="75960"/>
            <a:chOff x="12600" y="8089920"/>
            <a:chExt cx="17462520" cy="75960"/>
          </a:xfrm>
        </p:grpSpPr>
        <p:pic>
          <p:nvPicPr>
            <p:cNvPr id="142" name="object 53"/>
            <p:cNvPicPr/>
            <p:nvPr/>
          </p:nvPicPr>
          <p:blipFill>
            <a:blip r:embed="rId38"/>
            <a:stretch/>
          </p:blipFill>
          <p:spPr>
            <a:xfrm>
              <a:off x="16802280" y="8089920"/>
              <a:ext cx="672840" cy="75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3" name="object 54"/>
            <p:cNvPicPr/>
            <p:nvPr/>
          </p:nvPicPr>
          <p:blipFill>
            <a:blip r:embed="rId39"/>
            <a:stretch/>
          </p:blipFill>
          <p:spPr>
            <a:xfrm>
              <a:off x="12941280" y="8089920"/>
              <a:ext cx="2311200" cy="75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4" name="object 55"/>
            <p:cNvPicPr/>
            <p:nvPr/>
          </p:nvPicPr>
          <p:blipFill>
            <a:blip r:embed="rId40"/>
            <a:stretch/>
          </p:blipFill>
          <p:spPr>
            <a:xfrm>
              <a:off x="7607160" y="8089920"/>
              <a:ext cx="2565000" cy="75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5" name="object 56"/>
            <p:cNvPicPr/>
            <p:nvPr/>
          </p:nvPicPr>
          <p:blipFill>
            <a:blip r:embed="rId41"/>
            <a:stretch/>
          </p:blipFill>
          <p:spPr>
            <a:xfrm>
              <a:off x="4254480" y="8089920"/>
              <a:ext cx="2311200" cy="75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6" name="object 57"/>
            <p:cNvPicPr/>
            <p:nvPr/>
          </p:nvPicPr>
          <p:blipFill>
            <a:blip r:embed="rId42"/>
            <a:stretch/>
          </p:blipFill>
          <p:spPr>
            <a:xfrm>
              <a:off x="266760" y="8089920"/>
              <a:ext cx="2311200" cy="75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7" name="object 58"/>
            <p:cNvPicPr/>
            <p:nvPr/>
          </p:nvPicPr>
          <p:blipFill>
            <a:blip r:embed="rId43"/>
            <a:stretch/>
          </p:blipFill>
          <p:spPr>
            <a:xfrm>
              <a:off x="12600" y="8089920"/>
              <a:ext cx="17462160" cy="759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8" name="object 59"/>
          <p:cNvGrpSpPr/>
          <p:nvPr/>
        </p:nvGrpSpPr>
        <p:grpSpPr>
          <a:xfrm>
            <a:off x="12600" y="9487080"/>
            <a:ext cx="17449560" cy="151920"/>
            <a:chOff x="12600" y="9487080"/>
            <a:chExt cx="17449560" cy="151920"/>
          </a:xfrm>
        </p:grpSpPr>
        <p:pic>
          <p:nvPicPr>
            <p:cNvPr id="149" name="object 60"/>
            <p:cNvPicPr/>
            <p:nvPr/>
          </p:nvPicPr>
          <p:blipFill>
            <a:blip r:embed="rId44"/>
            <a:stretch/>
          </p:blipFill>
          <p:spPr>
            <a:xfrm>
              <a:off x="2616120" y="9499680"/>
              <a:ext cx="11289960" cy="13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0" name="object 61"/>
            <p:cNvSpPr/>
            <p:nvPr/>
          </p:nvSpPr>
          <p:spPr>
            <a:xfrm>
              <a:off x="12600" y="9487080"/>
              <a:ext cx="17449560" cy="139320"/>
            </a:xfrm>
            <a:custGeom>
              <a:avLst/>
              <a:gdLst>
                <a:gd name="textAreaLeft" fmla="*/ 0 w 17449560"/>
                <a:gd name="textAreaRight" fmla="*/ 17449920 w 17449560"/>
                <a:gd name="textAreaTop" fmla="*/ 0 h 139320"/>
                <a:gd name="textAreaBottom" fmla="*/ 139680 h 139320"/>
              </a:gdLst>
              <a:ahLst/>
              <a:cxnLst/>
              <a:rect l="textAreaLeft" t="textAreaTop" r="textAreaRight" b="textAreaBottom"/>
              <a:pathLst>
                <a:path w="17449800" h="139700">
                  <a:moveTo>
                    <a:pt x="17449800" y="139700"/>
                  </a:moveTo>
                  <a:lnTo>
                    <a:pt x="0" y="139700"/>
                  </a:lnTo>
                  <a:lnTo>
                    <a:pt x="0" y="0"/>
                  </a:lnTo>
                  <a:lnTo>
                    <a:pt x="17449800" y="0"/>
                  </a:lnTo>
                  <a:lnTo>
                    <a:pt x="17449800" y="139700"/>
                  </a:lnTo>
                  <a:close/>
                </a:path>
              </a:pathLst>
            </a:custGeom>
            <a:solidFill>
              <a:srgbClr val="242a4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1" name="object 62"/>
          <p:cNvSpPr/>
          <p:nvPr/>
        </p:nvSpPr>
        <p:spPr>
          <a:xfrm>
            <a:off x="16120440" y="9442440"/>
            <a:ext cx="123804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25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G</a:t>
            </a:r>
            <a:r>
              <a:rPr lang="es-ES" sz="1250" b="0" u="none" spc="99" strike="noStrike">
                <a:solidFill>
                  <a:srgbClr val="ffffff"/>
                </a:solidFill>
                <a:effectLst/>
                <a:uFillTx/>
                <a:latin typeface="Arial MT"/>
              </a:rPr>
              <a:t>  </a:t>
            </a:r>
            <a:r>
              <a:rPr lang="es-ES" sz="125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No</a:t>
            </a:r>
            <a:r>
              <a:rPr lang="es-ES" sz="1250" b="0" u="none" spc="-170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125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febookLM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"/>
          <p:cNvPicPr/>
          <p:nvPr/>
        </p:nvPicPr>
        <p:blipFill>
          <a:blip r:embed="rId45"/>
          <a:stretch/>
        </p:blipFill>
        <p:spPr>
          <a:xfrm>
            <a:off x="-122400" y="0"/>
            <a:ext cx="17850600" cy="99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object 2"/>
          <p:cNvPicPr/>
          <p:nvPr/>
        </p:nvPicPr>
        <p:blipFill>
          <a:blip r:embed="rId1"/>
          <a:stretch/>
        </p:blipFill>
        <p:spPr>
          <a:xfrm>
            <a:off x="0" y="0"/>
            <a:ext cx="17474760" cy="975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object 2"/>
          <p:cNvPicPr/>
          <p:nvPr/>
        </p:nvPicPr>
        <p:blipFill>
          <a:blip r:embed="rId1"/>
          <a:stretch/>
        </p:blipFill>
        <p:spPr>
          <a:xfrm>
            <a:off x="0" y="0"/>
            <a:ext cx="17474760" cy="975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object 2"/>
          <p:cNvPicPr/>
          <p:nvPr/>
        </p:nvPicPr>
        <p:blipFill>
          <a:blip r:embed="rId1"/>
          <a:stretch/>
        </p:blipFill>
        <p:spPr>
          <a:xfrm>
            <a:off x="0" y="0"/>
            <a:ext cx="17474760" cy="975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object 2"/>
          <p:cNvPicPr/>
          <p:nvPr/>
        </p:nvPicPr>
        <p:blipFill>
          <a:blip r:embed="rId1"/>
          <a:stretch/>
        </p:blipFill>
        <p:spPr>
          <a:xfrm>
            <a:off x="12600" y="8889840"/>
            <a:ext cx="17462160" cy="85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object 3"/>
          <p:cNvPicPr/>
          <p:nvPr/>
        </p:nvPicPr>
        <p:blipFill>
          <a:blip r:embed="rId2"/>
          <a:stretch/>
        </p:blipFill>
        <p:spPr>
          <a:xfrm>
            <a:off x="12600" y="3174840"/>
            <a:ext cx="17462160" cy="5295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8" name="object 4"/>
          <p:cNvGrpSpPr/>
          <p:nvPr/>
        </p:nvGrpSpPr>
        <p:grpSpPr>
          <a:xfrm>
            <a:off x="12600" y="368280"/>
            <a:ext cx="17462160" cy="2501640"/>
            <a:chOff x="12600" y="368280"/>
            <a:chExt cx="17462160" cy="2501640"/>
          </a:xfrm>
        </p:grpSpPr>
        <p:pic>
          <p:nvPicPr>
            <p:cNvPr id="159" name="object 5"/>
            <p:cNvPicPr/>
            <p:nvPr/>
          </p:nvPicPr>
          <p:blipFill>
            <a:blip r:embed="rId3"/>
            <a:stretch/>
          </p:blipFill>
          <p:spPr>
            <a:xfrm>
              <a:off x="12600" y="368280"/>
              <a:ext cx="17462160" cy="2501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0" name="object 6"/>
            <p:cNvSpPr/>
            <p:nvPr/>
          </p:nvSpPr>
          <p:spPr>
            <a:xfrm>
              <a:off x="3606840" y="1498680"/>
              <a:ext cx="10235880" cy="583920"/>
            </a:xfrm>
            <a:custGeom>
              <a:avLst/>
              <a:gdLst>
                <a:gd name="textAreaLeft" fmla="*/ 0 w 10235880"/>
                <a:gd name="textAreaRight" fmla="*/ 10236240 w 10235880"/>
                <a:gd name="textAreaTop" fmla="*/ 0 h 583920"/>
                <a:gd name="textAreaBottom" fmla="*/ 584280 h 583920"/>
              </a:gdLst>
              <a:ahLst/>
              <a:cxnLst/>
              <a:rect l="textAreaLeft" t="textAreaTop" r="textAreaRight" b="textAreaBottom"/>
              <a:pathLst>
                <a:path w="10236200" h="584200">
                  <a:moveTo>
                    <a:pt x="10236200" y="584200"/>
                  </a:moveTo>
                  <a:lnTo>
                    <a:pt x="0" y="584200"/>
                  </a:lnTo>
                  <a:lnTo>
                    <a:pt x="0" y="0"/>
                  </a:lnTo>
                  <a:lnTo>
                    <a:pt x="10236200" y="0"/>
                  </a:lnTo>
                  <a:lnTo>
                    <a:pt x="10236200" y="584200"/>
                  </a:lnTo>
                  <a:close/>
                </a:path>
              </a:pathLst>
            </a:custGeom>
            <a:solidFill>
              <a:srgbClr val="151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3602160" y="1350000"/>
            <a:ext cx="10297440" cy="937440"/>
          </a:xfrm>
          <a:prstGeom prst="rect">
            <a:avLst/>
          </a:prstGeom>
          <a:noFill/>
          <a:ln w="0">
            <a:noFill/>
          </a:ln>
        </p:spPr>
        <p:txBody>
          <a:bodyPr lIns="0" rIns="0" tIns="15120" bIns="0" anchor="t">
            <a:spAutoFit/>
          </a:bodyPr>
          <a:p>
            <a:pPr marL="12600" indent="0">
              <a:lnSpc>
                <a:spcPct val="100000"/>
              </a:lnSpc>
              <a:spcBef>
                <a:spcPts val="119"/>
              </a:spcBef>
              <a:buNone/>
              <a:tabLst>
                <a:tab algn="l" pos="5352480"/>
              </a:tabLst>
            </a:pPr>
            <a:r>
              <a:rPr lang="es-ES" sz="5050" b="0" u="none" spc="524" strike="noStrike">
                <a:solidFill>
                  <a:schemeClr val="lt1"/>
                </a:solidFill>
                <a:effectLst/>
                <a:uFillTx/>
                <a:latin typeface="Calibri"/>
              </a:rPr>
              <a:t>TRUCOS</a:t>
            </a:r>
            <a:r>
              <a:rPr lang="es-ES" sz="5050" b="0" u="none" spc="505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s-ES" sz="5050" b="0" u="none" spc="544" strike="noStrike">
                <a:solidFill>
                  <a:schemeClr val="lt1"/>
                </a:solidFill>
                <a:effectLst/>
                <a:uFillTx/>
                <a:latin typeface="Calibri"/>
              </a:rPr>
              <a:t>OE</a:t>
            </a:r>
            <a:r>
              <a:rPr lang="es-ES" sz="5050" b="0" u="none" spc="-156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s-ES" sz="5050" b="0" u="none" spc="519" strike="noStrike">
                <a:solidFill>
                  <a:schemeClr val="lt1"/>
                </a:solidFill>
                <a:effectLst/>
                <a:uFillTx/>
                <a:latin typeface="Calibri"/>
              </a:rPr>
              <a:t>PRO</a:t>
            </a:r>
            <a:r>
              <a:rPr lang="es-ES" sz="50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s-ES" sz="5050" b="0" u="none" spc="516" strike="noStrike">
                <a:solidFill>
                  <a:schemeClr val="lt1"/>
                </a:solidFill>
                <a:effectLst/>
                <a:uFillTx/>
                <a:latin typeface="Calibri"/>
              </a:rPr>
              <a:t>ÏCHEAT</a:t>
            </a:r>
            <a:r>
              <a:rPr lang="es-ES" sz="5050" b="0" u="none" spc="47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s-ES" sz="5050" b="0" u="none" spc="575" strike="noStrike">
                <a:solidFill>
                  <a:schemeClr val="lt1"/>
                </a:solidFill>
                <a:effectLst/>
                <a:uFillTx/>
                <a:latin typeface="Calibri"/>
              </a:rPr>
              <a:t>CODES]</a:t>
            </a:r>
            <a:endParaRPr lang="es-ES" sz="50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62" name="object 8"/>
          <p:cNvGrpSpPr/>
          <p:nvPr/>
        </p:nvGrpSpPr>
        <p:grpSpPr>
          <a:xfrm>
            <a:off x="12600" y="2921040"/>
            <a:ext cx="17462160" cy="101160"/>
            <a:chOff x="12600" y="2921040"/>
            <a:chExt cx="17462160" cy="101160"/>
          </a:xfrm>
        </p:grpSpPr>
        <p:pic>
          <p:nvPicPr>
            <p:cNvPr id="163" name="object 9"/>
            <p:cNvPicPr/>
            <p:nvPr/>
          </p:nvPicPr>
          <p:blipFill>
            <a:blip r:embed="rId4"/>
            <a:stretch/>
          </p:blipFill>
          <p:spPr>
            <a:xfrm>
              <a:off x="14770080" y="2921040"/>
              <a:ext cx="2311200" cy="101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4" name="object 10"/>
            <p:cNvPicPr/>
            <p:nvPr/>
          </p:nvPicPr>
          <p:blipFill>
            <a:blip r:embed="rId5"/>
            <a:stretch/>
          </p:blipFill>
          <p:spPr>
            <a:xfrm>
              <a:off x="2577960" y="2921040"/>
              <a:ext cx="2311200" cy="101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5" name="object 11"/>
            <p:cNvPicPr/>
            <p:nvPr/>
          </p:nvPicPr>
          <p:blipFill>
            <a:blip r:embed="rId6"/>
            <a:stretch/>
          </p:blipFill>
          <p:spPr>
            <a:xfrm>
              <a:off x="12600" y="2921040"/>
              <a:ext cx="17462160" cy="1011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6" name="object 12"/>
          <p:cNvGrpSpPr/>
          <p:nvPr/>
        </p:nvGrpSpPr>
        <p:grpSpPr>
          <a:xfrm>
            <a:off x="12600" y="8496360"/>
            <a:ext cx="17462160" cy="164880"/>
            <a:chOff x="12600" y="8496360"/>
            <a:chExt cx="17462160" cy="164880"/>
          </a:xfrm>
        </p:grpSpPr>
        <p:pic>
          <p:nvPicPr>
            <p:cNvPr id="167" name="object 13"/>
            <p:cNvPicPr/>
            <p:nvPr/>
          </p:nvPicPr>
          <p:blipFill>
            <a:blip r:embed="rId7"/>
            <a:stretch/>
          </p:blipFill>
          <p:spPr>
            <a:xfrm>
              <a:off x="11925360" y="8496360"/>
              <a:ext cx="2311200" cy="114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8" name="object 14"/>
            <p:cNvPicPr/>
            <p:nvPr/>
          </p:nvPicPr>
          <p:blipFill>
            <a:blip r:embed="rId8"/>
            <a:stretch/>
          </p:blipFill>
          <p:spPr>
            <a:xfrm>
              <a:off x="5727600" y="8508960"/>
              <a:ext cx="2311200" cy="1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9" name="object 15"/>
            <p:cNvPicPr/>
            <p:nvPr/>
          </p:nvPicPr>
          <p:blipFill>
            <a:blip r:embed="rId9"/>
            <a:stretch/>
          </p:blipFill>
          <p:spPr>
            <a:xfrm>
              <a:off x="12600" y="8496360"/>
              <a:ext cx="17462160" cy="16488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70" name=""/>
          <p:cNvPicPr/>
          <p:nvPr/>
        </p:nvPicPr>
        <p:blipFill>
          <a:blip r:embed="rId10"/>
          <a:stretch/>
        </p:blipFill>
        <p:spPr>
          <a:xfrm>
            <a:off x="-122400" y="-91800"/>
            <a:ext cx="18015840" cy="999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object 2"/>
          <p:cNvPicPr/>
          <p:nvPr/>
        </p:nvPicPr>
        <p:blipFill>
          <a:blip r:embed="rId1"/>
          <a:stretch/>
        </p:blipFill>
        <p:spPr>
          <a:xfrm>
            <a:off x="0" y="0"/>
            <a:ext cx="17474760" cy="975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LibreOffice/25.8.4.2$Linux_X86_64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2026-02-19T11:37:01Z</dcterms:created>
  <dc:creator/>
  <dc:description/>
  <dc:language>es-ES</dc:language>
  <cp:lastModifiedBy/>
  <dcterms:modified xsi:type="dcterms:W3CDTF">2026-02-19T12:39:59Z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2026-02-19T00:00:00Z</vt:filetime>
  </property>
  <property fmtid="{D5CDD505-2E9C-101B-9397-08002B2CF9AE}" pid="3" name="LastSaved">
    <vt:filetime>2026-02-19T00:00:00Z</vt:filetime>
  </property>
  <property fmtid="{D5CDD505-2E9C-101B-9397-08002B2CF9AE}" pid="4" name="PresentationFormat">
    <vt:lpwstr>On-screen Show (4:3)</vt:lpwstr>
  </property>
</Properties>
</file>